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74" r:id="rId5"/>
    <p:sldMasterId id="2147483653" r:id="rId6"/>
    <p:sldMasterId id="2147483678" r:id="rId7"/>
    <p:sldMasterId id="2147483671" r:id="rId8"/>
    <p:sldMasterId id="2147483706" r:id="rId9"/>
  </p:sldMasterIdLst>
  <p:notesMasterIdLst>
    <p:notesMasterId r:id="rId20"/>
  </p:notesMasterIdLst>
  <p:sldIdLst>
    <p:sldId id="293" r:id="rId10"/>
    <p:sldId id="2147478910" r:id="rId11"/>
    <p:sldId id="2147478911" r:id="rId12"/>
    <p:sldId id="2147478912" r:id="rId13"/>
    <p:sldId id="2147478913" r:id="rId14"/>
    <p:sldId id="2147478915" r:id="rId15"/>
    <p:sldId id="2147478916" r:id="rId16"/>
    <p:sldId id="2147478917" r:id="rId17"/>
    <p:sldId id="2147478918" r:id="rId18"/>
    <p:sldId id="2147478919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FE6"/>
    <a:srgbClr val="0066FF"/>
    <a:srgbClr val="E2E4E9"/>
    <a:srgbClr val="019DF4"/>
    <a:srgbClr val="1874FF"/>
    <a:srgbClr val="CBCFCB"/>
    <a:srgbClr val="9A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5918"/>
  </p:normalViewPr>
  <p:slideViewPr>
    <p:cSldViewPr snapToGrid="0" snapToObjects="1" showGuides="1">
      <p:cViewPr varScale="1">
        <p:scale>
          <a:sx n="59" d="100"/>
          <a:sy n="59" d="100"/>
        </p:scale>
        <p:origin x="107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34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59" d="100"/>
          <a:sy n="159" d="100"/>
        </p:scale>
        <p:origin x="4792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vadeneira Andrade Marco Antonio" userId="6724e0b9-e3c0-432e-bbaf-b6a69903daaa" providerId="ADAL" clId="{1DDBE07F-40BC-4655-B65C-C0D59D2485AA}"/>
    <pc:docChg chg="custSel delSld modSld modMainMaster">
      <pc:chgData name="Rivadeneira Andrade Marco Antonio" userId="6724e0b9-e3c0-432e-bbaf-b6a69903daaa" providerId="ADAL" clId="{1DDBE07F-40BC-4655-B65C-C0D59D2485AA}" dt="2026-04-06T15:47:29.892" v="32" actId="478"/>
      <pc:docMkLst>
        <pc:docMk/>
      </pc:docMkLst>
      <pc:sldChg chg="delSp mod">
        <pc:chgData name="Rivadeneira Andrade Marco Antonio" userId="6724e0b9-e3c0-432e-bbaf-b6a69903daaa" providerId="ADAL" clId="{1DDBE07F-40BC-4655-B65C-C0D59D2485AA}" dt="2026-04-06T15:47:25.539" v="31" actId="478"/>
        <pc:sldMkLst>
          <pc:docMk/>
          <pc:sldMk cId="3535630950" sldId="293"/>
        </pc:sldMkLst>
        <pc:picChg chg="del">
          <ac:chgData name="Rivadeneira Andrade Marco Antonio" userId="6724e0b9-e3c0-432e-bbaf-b6a69903daaa" providerId="ADAL" clId="{1DDBE07F-40BC-4655-B65C-C0D59D2485AA}" dt="2026-04-06T15:47:25.539" v="31" actId="478"/>
          <ac:picMkLst>
            <pc:docMk/>
            <pc:sldMk cId="3535630950" sldId="293"/>
            <ac:picMk id="4" creationId="{5311ED97-BE47-CA4D-B5A4-F8D0FC718FC5}"/>
          </ac:picMkLst>
        </pc:picChg>
      </pc:sldChg>
      <pc:sldChg chg="del">
        <pc:chgData name="Rivadeneira Andrade Marco Antonio" userId="6724e0b9-e3c0-432e-bbaf-b6a69903daaa" providerId="ADAL" clId="{1DDBE07F-40BC-4655-B65C-C0D59D2485AA}" dt="2026-04-06T15:44:47.652" v="0" actId="47"/>
        <pc:sldMkLst>
          <pc:docMk/>
          <pc:sldMk cId="263802590" sldId="2147478905"/>
        </pc:sldMkLst>
      </pc:sldChg>
      <pc:sldChg chg="delSp mod">
        <pc:chgData name="Rivadeneira Andrade Marco Antonio" userId="6724e0b9-e3c0-432e-bbaf-b6a69903daaa" providerId="ADAL" clId="{1DDBE07F-40BC-4655-B65C-C0D59D2485AA}" dt="2026-04-06T15:47:29.892" v="32" actId="478"/>
        <pc:sldMkLst>
          <pc:docMk/>
          <pc:sldMk cId="822736178" sldId="2147478911"/>
        </pc:sldMkLst>
        <pc:spChg chg="del">
          <ac:chgData name="Rivadeneira Andrade Marco Antonio" userId="6724e0b9-e3c0-432e-bbaf-b6a69903daaa" providerId="ADAL" clId="{1DDBE07F-40BC-4655-B65C-C0D59D2485AA}" dt="2026-04-06T15:47:29.892" v="32" actId="478"/>
          <ac:spMkLst>
            <pc:docMk/>
            <pc:sldMk cId="822736178" sldId="2147478911"/>
            <ac:spMk id="4" creationId="{222850BD-2B48-45E6-372C-011603662873}"/>
          </ac:spMkLst>
        </pc:spChg>
      </pc:sldChg>
      <pc:sldMasterChg chg="delSp mod modSldLayout">
        <pc:chgData name="Rivadeneira Andrade Marco Antonio" userId="6724e0b9-e3c0-432e-bbaf-b6a69903daaa" providerId="ADAL" clId="{1DDBE07F-40BC-4655-B65C-C0D59D2485AA}" dt="2026-04-06T15:46:15.274" v="4" actId="478"/>
        <pc:sldMasterMkLst>
          <pc:docMk/>
          <pc:sldMasterMk cId="3092036468" sldId="2147483648"/>
        </pc:sldMasterMkLst>
        <pc:spChg chg="del">
          <ac:chgData name="Rivadeneira Andrade Marco Antonio" userId="6724e0b9-e3c0-432e-bbaf-b6a69903daaa" providerId="ADAL" clId="{1DDBE07F-40BC-4655-B65C-C0D59D2485AA}" dt="2026-04-06T15:46:09.799" v="1" actId="478"/>
          <ac:spMkLst>
            <pc:docMk/>
            <pc:sldMasterMk cId="3092036468" sldId="2147483648"/>
            <ac:spMk id="5" creationId="{F28210FC-E578-61EE-C2D6-800BF044C77F}"/>
          </ac:spMkLst>
        </pc:spChg>
        <pc:sldLayoutChg chg="delSp mod">
          <pc:chgData name="Rivadeneira Andrade Marco Antonio" userId="6724e0b9-e3c0-432e-bbaf-b6a69903daaa" providerId="ADAL" clId="{1DDBE07F-40BC-4655-B65C-C0D59D2485AA}" dt="2026-04-06T15:46:11.754" v="2" actId="478"/>
          <pc:sldLayoutMkLst>
            <pc:docMk/>
            <pc:sldMasterMk cId="3092036468" sldId="2147483648"/>
            <pc:sldLayoutMk cId="250553318" sldId="2147483650"/>
          </pc:sldLayoutMkLst>
          <pc:picChg chg="del">
            <ac:chgData name="Rivadeneira Andrade Marco Antonio" userId="6724e0b9-e3c0-432e-bbaf-b6a69903daaa" providerId="ADAL" clId="{1DDBE07F-40BC-4655-B65C-C0D59D2485AA}" dt="2026-04-06T15:46:11.754" v="2" actId="478"/>
            <ac:picMkLst>
              <pc:docMk/>
              <pc:sldMasterMk cId="3092036468" sldId="2147483648"/>
              <pc:sldLayoutMk cId="250553318" sldId="2147483650"/>
              <ac:picMk id="9" creationId="{24A37FC6-CFAA-AA40-9AEC-EDB5AC61EEE6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13.442" v="3" actId="478"/>
          <pc:sldLayoutMkLst>
            <pc:docMk/>
            <pc:sldMasterMk cId="3092036468" sldId="2147483648"/>
            <pc:sldLayoutMk cId="3319100216" sldId="2147483651"/>
          </pc:sldLayoutMkLst>
          <pc:picChg chg="del">
            <ac:chgData name="Rivadeneira Andrade Marco Antonio" userId="6724e0b9-e3c0-432e-bbaf-b6a69903daaa" providerId="ADAL" clId="{1DDBE07F-40BC-4655-B65C-C0D59D2485AA}" dt="2026-04-06T15:46:13.442" v="3" actId="478"/>
            <ac:picMkLst>
              <pc:docMk/>
              <pc:sldMasterMk cId="3092036468" sldId="2147483648"/>
              <pc:sldLayoutMk cId="3319100216" sldId="2147483651"/>
              <ac:picMk id="5" creationId="{10324EC9-24C7-174D-B246-CAB9B044A86D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15.274" v="4" actId="478"/>
          <pc:sldLayoutMkLst>
            <pc:docMk/>
            <pc:sldMasterMk cId="3092036468" sldId="2147483648"/>
            <pc:sldLayoutMk cId="51030476" sldId="2147483652"/>
          </pc:sldLayoutMkLst>
          <pc:picChg chg="del">
            <ac:chgData name="Rivadeneira Andrade Marco Antonio" userId="6724e0b9-e3c0-432e-bbaf-b6a69903daaa" providerId="ADAL" clId="{1DDBE07F-40BC-4655-B65C-C0D59D2485AA}" dt="2026-04-06T15:46:15.274" v="4" actId="478"/>
            <ac:picMkLst>
              <pc:docMk/>
              <pc:sldMasterMk cId="3092036468" sldId="2147483648"/>
              <pc:sldLayoutMk cId="51030476" sldId="2147483652"/>
              <ac:picMk id="5" creationId="{10324EC9-24C7-174D-B246-CAB9B044A86D}"/>
            </ac:picMkLst>
          </pc:picChg>
        </pc:sldLayoutChg>
      </pc:sldMasterChg>
      <pc:sldMasterChg chg="delSp mod">
        <pc:chgData name="Rivadeneira Andrade Marco Antonio" userId="6724e0b9-e3c0-432e-bbaf-b6a69903daaa" providerId="ADAL" clId="{1DDBE07F-40BC-4655-B65C-C0D59D2485AA}" dt="2026-04-06T15:46:23.771" v="6" actId="478"/>
        <pc:sldMasterMkLst>
          <pc:docMk/>
          <pc:sldMasterMk cId="2817336450" sldId="2147483653"/>
        </pc:sldMasterMkLst>
        <pc:spChg chg="del">
          <ac:chgData name="Rivadeneira Andrade Marco Antonio" userId="6724e0b9-e3c0-432e-bbaf-b6a69903daaa" providerId="ADAL" clId="{1DDBE07F-40BC-4655-B65C-C0D59D2485AA}" dt="2026-04-06T15:46:23.771" v="6" actId="478"/>
          <ac:spMkLst>
            <pc:docMk/>
            <pc:sldMasterMk cId="2817336450" sldId="2147483653"/>
            <ac:spMk id="5" creationId="{9CF2768E-86FB-0230-95EE-E67916DEE1E6}"/>
          </ac:spMkLst>
        </pc:spChg>
      </pc:sldMasterChg>
      <pc:sldMasterChg chg="delSp mod">
        <pc:chgData name="Rivadeneira Andrade Marco Antonio" userId="6724e0b9-e3c0-432e-bbaf-b6a69903daaa" providerId="ADAL" clId="{1DDBE07F-40BC-4655-B65C-C0D59D2485AA}" dt="2026-04-06T15:47:12.163" v="29" actId="478"/>
        <pc:sldMasterMkLst>
          <pc:docMk/>
          <pc:sldMasterMk cId="2260014188" sldId="2147483671"/>
        </pc:sldMasterMkLst>
        <pc:spChg chg="del">
          <ac:chgData name="Rivadeneira Andrade Marco Antonio" userId="6724e0b9-e3c0-432e-bbaf-b6a69903daaa" providerId="ADAL" clId="{1DDBE07F-40BC-4655-B65C-C0D59D2485AA}" dt="2026-04-06T15:47:12.163" v="29" actId="478"/>
          <ac:spMkLst>
            <pc:docMk/>
            <pc:sldMasterMk cId="2260014188" sldId="2147483671"/>
            <ac:spMk id="5" creationId="{587EFF91-C747-EE51-CB0A-EF10B49E4B91}"/>
          </ac:spMkLst>
        </pc:spChg>
      </pc:sldMasterChg>
      <pc:sldMasterChg chg="delSp mod">
        <pc:chgData name="Rivadeneira Andrade Marco Antonio" userId="6724e0b9-e3c0-432e-bbaf-b6a69903daaa" providerId="ADAL" clId="{1DDBE07F-40BC-4655-B65C-C0D59D2485AA}" dt="2026-04-06T15:46:18.440" v="5" actId="478"/>
        <pc:sldMasterMkLst>
          <pc:docMk/>
          <pc:sldMasterMk cId="3386373916" sldId="2147483674"/>
        </pc:sldMasterMkLst>
        <pc:spChg chg="del">
          <ac:chgData name="Rivadeneira Andrade Marco Antonio" userId="6724e0b9-e3c0-432e-bbaf-b6a69903daaa" providerId="ADAL" clId="{1DDBE07F-40BC-4655-B65C-C0D59D2485AA}" dt="2026-04-06T15:46:18.440" v="5" actId="478"/>
          <ac:spMkLst>
            <pc:docMk/>
            <pc:sldMasterMk cId="3386373916" sldId="2147483674"/>
            <ac:spMk id="6" creationId="{F14EAD74-7E7D-0C90-2271-B1AF5718CF16}"/>
          </ac:spMkLst>
        </pc:spChg>
        <pc:picChg chg="del">
          <ac:chgData name="Rivadeneira Andrade Marco Antonio" userId="6724e0b9-e3c0-432e-bbaf-b6a69903daaa" providerId="ADAL" clId="{1DDBE07F-40BC-4655-B65C-C0D59D2485AA}" dt="2026-04-06T15:46:18.440" v="5" actId="478"/>
          <ac:picMkLst>
            <pc:docMk/>
            <pc:sldMasterMk cId="3386373916" sldId="2147483674"/>
            <ac:picMk id="5" creationId="{BA15BD63-25DB-3B42-A790-8477BD250115}"/>
          </ac:picMkLst>
        </pc:picChg>
      </pc:sldMasterChg>
      <pc:sldMasterChg chg="delSp mod modSldLayout">
        <pc:chgData name="Rivadeneira Andrade Marco Antonio" userId="6724e0b9-e3c0-432e-bbaf-b6a69903daaa" providerId="ADAL" clId="{1DDBE07F-40BC-4655-B65C-C0D59D2485AA}" dt="2026-04-06T15:47:09.600" v="28" actId="478"/>
        <pc:sldMasterMkLst>
          <pc:docMk/>
          <pc:sldMasterMk cId="153910724" sldId="2147483678"/>
        </pc:sldMasterMkLst>
        <pc:spChg chg="del">
          <ac:chgData name="Rivadeneira Andrade Marco Antonio" userId="6724e0b9-e3c0-432e-bbaf-b6a69903daaa" providerId="ADAL" clId="{1DDBE07F-40BC-4655-B65C-C0D59D2485AA}" dt="2026-04-06T15:46:31.731" v="7" actId="478"/>
          <ac:spMkLst>
            <pc:docMk/>
            <pc:sldMasterMk cId="153910724" sldId="2147483678"/>
            <ac:spMk id="6" creationId="{37F6D34D-D85C-5E62-DBC3-F815D85D4183}"/>
          </ac:spMkLst>
        </pc:spChg>
        <pc:sldLayoutChg chg="delSp mod">
          <pc:chgData name="Rivadeneira Andrade Marco Antonio" userId="6724e0b9-e3c0-432e-bbaf-b6a69903daaa" providerId="ADAL" clId="{1DDBE07F-40BC-4655-B65C-C0D59D2485AA}" dt="2026-04-06T15:46:33.376" v="8" actId="478"/>
          <pc:sldLayoutMkLst>
            <pc:docMk/>
            <pc:sldMasterMk cId="153910724" sldId="2147483678"/>
            <pc:sldLayoutMk cId="2102763655" sldId="2147483681"/>
          </pc:sldLayoutMkLst>
          <pc:picChg chg="del">
            <ac:chgData name="Rivadeneira Andrade Marco Antonio" userId="6724e0b9-e3c0-432e-bbaf-b6a69903daaa" providerId="ADAL" clId="{1DDBE07F-40BC-4655-B65C-C0D59D2485AA}" dt="2026-04-06T15:46:33.376" v="8" actId="478"/>
            <ac:picMkLst>
              <pc:docMk/>
              <pc:sldMasterMk cId="153910724" sldId="2147483678"/>
              <pc:sldLayoutMk cId="2102763655" sldId="2147483681"/>
              <ac:picMk id="10" creationId="{967F06FF-74A9-2E4A-9F48-78DDA1A23822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37.268" v="10" actId="478"/>
          <pc:sldLayoutMkLst>
            <pc:docMk/>
            <pc:sldMasterMk cId="153910724" sldId="2147483678"/>
            <pc:sldLayoutMk cId="2309788625" sldId="2147483683"/>
          </pc:sldLayoutMkLst>
          <pc:picChg chg="del">
            <ac:chgData name="Rivadeneira Andrade Marco Antonio" userId="6724e0b9-e3c0-432e-bbaf-b6a69903daaa" providerId="ADAL" clId="{1DDBE07F-40BC-4655-B65C-C0D59D2485AA}" dt="2026-04-06T15:46:37.268" v="10" actId="478"/>
            <ac:picMkLst>
              <pc:docMk/>
              <pc:sldMasterMk cId="153910724" sldId="2147483678"/>
              <pc:sldLayoutMk cId="2309788625" sldId="2147483683"/>
              <ac:picMk id="25" creationId="{13C623E7-0B4E-7B4B-9050-79C0DA76ECCF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2.083" v="13" actId="478"/>
          <pc:sldLayoutMkLst>
            <pc:docMk/>
            <pc:sldMasterMk cId="153910724" sldId="2147483678"/>
            <pc:sldLayoutMk cId="248728416" sldId="2147483684"/>
          </pc:sldLayoutMkLst>
          <pc:picChg chg="del">
            <ac:chgData name="Rivadeneira Andrade Marco Antonio" userId="6724e0b9-e3c0-432e-bbaf-b6a69903daaa" providerId="ADAL" clId="{1DDBE07F-40BC-4655-B65C-C0D59D2485AA}" dt="2026-04-06T15:46:42.083" v="13" actId="478"/>
            <ac:picMkLst>
              <pc:docMk/>
              <pc:sldMasterMk cId="153910724" sldId="2147483678"/>
              <pc:sldLayoutMk cId="248728416" sldId="2147483684"/>
              <ac:picMk id="12" creationId="{2978F95F-1C5B-0142-A1FD-DA63FB4F4611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5.900" v="15" actId="478"/>
          <pc:sldLayoutMkLst>
            <pc:docMk/>
            <pc:sldMasterMk cId="153910724" sldId="2147483678"/>
            <pc:sldLayoutMk cId="1723972082" sldId="2147483685"/>
          </pc:sldLayoutMkLst>
          <pc:picChg chg="del">
            <ac:chgData name="Rivadeneira Andrade Marco Antonio" userId="6724e0b9-e3c0-432e-bbaf-b6a69903daaa" providerId="ADAL" clId="{1DDBE07F-40BC-4655-B65C-C0D59D2485AA}" dt="2026-04-06T15:46:45.900" v="15" actId="478"/>
            <ac:picMkLst>
              <pc:docMk/>
              <pc:sldMasterMk cId="153910724" sldId="2147483678"/>
              <pc:sldLayoutMk cId="1723972082" sldId="2147483685"/>
              <ac:picMk id="12" creationId="{D44B2B31-AADE-2D40-A3C9-1A8A61B14898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7.349" v="16" actId="478"/>
          <pc:sldLayoutMkLst>
            <pc:docMk/>
            <pc:sldMasterMk cId="153910724" sldId="2147483678"/>
            <pc:sldLayoutMk cId="3697461786" sldId="2147483686"/>
          </pc:sldLayoutMkLst>
          <pc:picChg chg="del">
            <ac:chgData name="Rivadeneira Andrade Marco Antonio" userId="6724e0b9-e3c0-432e-bbaf-b6a69903daaa" providerId="ADAL" clId="{1DDBE07F-40BC-4655-B65C-C0D59D2485AA}" dt="2026-04-06T15:46:47.349" v="16" actId="478"/>
            <ac:picMkLst>
              <pc:docMk/>
              <pc:sldMasterMk cId="153910724" sldId="2147483678"/>
              <pc:sldLayoutMk cId="3697461786" sldId="2147483686"/>
              <ac:picMk id="14" creationId="{FF3BB164-BE43-B241-9BF7-49B8651FC680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0.678" v="18" actId="478"/>
          <pc:sldLayoutMkLst>
            <pc:docMk/>
            <pc:sldMasterMk cId="153910724" sldId="2147483678"/>
            <pc:sldLayoutMk cId="4056708035" sldId="2147483688"/>
          </pc:sldLayoutMkLst>
          <pc:picChg chg="del">
            <ac:chgData name="Rivadeneira Andrade Marco Antonio" userId="6724e0b9-e3c0-432e-bbaf-b6a69903daaa" providerId="ADAL" clId="{1DDBE07F-40BC-4655-B65C-C0D59D2485AA}" dt="2026-04-06T15:46:50.678" v="18" actId="478"/>
            <ac:picMkLst>
              <pc:docMk/>
              <pc:sldMasterMk cId="153910724" sldId="2147483678"/>
              <pc:sldLayoutMk cId="4056708035" sldId="2147483688"/>
              <ac:picMk id="16" creationId="{9BDDDDE0-961B-8947-BB2E-8F6F758606A9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3.141" v="19" actId="478"/>
          <pc:sldLayoutMkLst>
            <pc:docMk/>
            <pc:sldMasterMk cId="153910724" sldId="2147483678"/>
            <pc:sldLayoutMk cId="316676123" sldId="2147483689"/>
          </pc:sldLayoutMkLst>
          <pc:picChg chg="del">
            <ac:chgData name="Rivadeneira Andrade Marco Antonio" userId="6724e0b9-e3c0-432e-bbaf-b6a69903daaa" providerId="ADAL" clId="{1DDBE07F-40BC-4655-B65C-C0D59D2485AA}" dt="2026-04-06T15:46:53.141" v="19" actId="478"/>
            <ac:picMkLst>
              <pc:docMk/>
              <pc:sldMasterMk cId="153910724" sldId="2147483678"/>
              <pc:sldLayoutMk cId="316676123" sldId="2147483689"/>
              <ac:picMk id="17" creationId="{B00FAABF-2390-4848-A912-EC781DED9171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4.527" v="20" actId="478"/>
          <pc:sldLayoutMkLst>
            <pc:docMk/>
            <pc:sldMasterMk cId="153910724" sldId="2147483678"/>
            <pc:sldLayoutMk cId="2517562510" sldId="2147483690"/>
          </pc:sldLayoutMkLst>
          <pc:picChg chg="del">
            <ac:chgData name="Rivadeneira Andrade Marco Antonio" userId="6724e0b9-e3c0-432e-bbaf-b6a69903daaa" providerId="ADAL" clId="{1DDBE07F-40BC-4655-B65C-C0D59D2485AA}" dt="2026-04-06T15:46:54.527" v="20" actId="478"/>
            <ac:picMkLst>
              <pc:docMk/>
              <pc:sldMasterMk cId="153910724" sldId="2147483678"/>
              <pc:sldLayoutMk cId="2517562510" sldId="2147483690"/>
              <ac:picMk id="19" creationId="{E9C1027A-D609-B44D-B011-C5BC896EF5D3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7:01.482" v="24" actId="478"/>
          <pc:sldLayoutMkLst>
            <pc:docMk/>
            <pc:sldMasterMk cId="153910724" sldId="2147483678"/>
            <pc:sldLayoutMk cId="819648116" sldId="2147483692"/>
          </pc:sldLayoutMkLst>
          <pc:picChg chg="del">
            <ac:chgData name="Rivadeneira Andrade Marco Antonio" userId="6724e0b9-e3c0-432e-bbaf-b6a69903daaa" providerId="ADAL" clId="{1DDBE07F-40BC-4655-B65C-C0D59D2485AA}" dt="2026-04-06T15:47:01.482" v="24" actId="478"/>
            <ac:picMkLst>
              <pc:docMk/>
              <pc:sldMasterMk cId="153910724" sldId="2147483678"/>
              <pc:sldLayoutMk cId="819648116" sldId="2147483692"/>
              <ac:picMk id="12" creationId="{CFBB135C-442B-8249-99DF-C8CAA7A981CE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7:08.071" v="27" actId="478"/>
          <pc:sldLayoutMkLst>
            <pc:docMk/>
            <pc:sldMasterMk cId="153910724" sldId="2147483678"/>
            <pc:sldLayoutMk cId="3892386432" sldId="2147483693"/>
          </pc:sldLayoutMkLst>
          <pc:picChg chg="del">
            <ac:chgData name="Rivadeneira Andrade Marco Antonio" userId="6724e0b9-e3c0-432e-bbaf-b6a69903daaa" providerId="ADAL" clId="{1DDBE07F-40BC-4655-B65C-C0D59D2485AA}" dt="2026-04-06T15:47:08.071" v="27" actId="478"/>
            <ac:picMkLst>
              <pc:docMk/>
              <pc:sldMasterMk cId="153910724" sldId="2147483678"/>
              <pc:sldLayoutMk cId="3892386432" sldId="2147483693"/>
              <ac:picMk id="12" creationId="{BCFF5F8B-A429-1045-9905-ED53E0E41DF9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38.657" v="11" actId="478"/>
          <pc:sldLayoutMkLst>
            <pc:docMk/>
            <pc:sldMasterMk cId="153910724" sldId="2147483678"/>
            <pc:sldLayoutMk cId="510093262" sldId="2147483694"/>
          </pc:sldLayoutMkLst>
          <pc:picChg chg="del">
            <ac:chgData name="Rivadeneira Andrade Marco Antonio" userId="6724e0b9-e3c0-432e-bbaf-b6a69903daaa" providerId="ADAL" clId="{1DDBE07F-40BC-4655-B65C-C0D59D2485AA}" dt="2026-04-06T15:46:38.657" v="11" actId="478"/>
            <ac:picMkLst>
              <pc:docMk/>
              <pc:sldMasterMk cId="153910724" sldId="2147483678"/>
              <pc:sldLayoutMk cId="510093262" sldId="2147483694"/>
              <ac:picMk id="8" creationId="{059A1EC2-E296-1C49-B7C5-AFC158D0F292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0.112" v="12" actId="478"/>
          <pc:sldLayoutMkLst>
            <pc:docMk/>
            <pc:sldMasterMk cId="153910724" sldId="2147483678"/>
            <pc:sldLayoutMk cId="2037899974" sldId="2147483695"/>
          </pc:sldLayoutMkLst>
          <pc:picChg chg="del">
            <ac:chgData name="Rivadeneira Andrade Marco Antonio" userId="6724e0b9-e3c0-432e-bbaf-b6a69903daaa" providerId="ADAL" clId="{1DDBE07F-40BC-4655-B65C-C0D59D2485AA}" dt="2026-04-06T15:46:40.112" v="12" actId="478"/>
            <ac:picMkLst>
              <pc:docMk/>
              <pc:sldMasterMk cId="153910724" sldId="2147483678"/>
              <pc:sldLayoutMk cId="2037899974" sldId="2147483695"/>
              <ac:picMk id="8" creationId="{4CD7EA10-D8A9-F847-AA68-9AEC57ED868B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5.813" v="21" actId="478"/>
          <pc:sldLayoutMkLst>
            <pc:docMk/>
            <pc:sldMasterMk cId="153910724" sldId="2147483678"/>
            <pc:sldLayoutMk cId="2343758327" sldId="2147483696"/>
          </pc:sldLayoutMkLst>
          <pc:picChg chg="del">
            <ac:chgData name="Rivadeneira Andrade Marco Antonio" userId="6724e0b9-e3c0-432e-bbaf-b6a69903daaa" providerId="ADAL" clId="{1DDBE07F-40BC-4655-B65C-C0D59D2485AA}" dt="2026-04-06T15:46:55.813" v="21" actId="478"/>
            <ac:picMkLst>
              <pc:docMk/>
              <pc:sldMasterMk cId="153910724" sldId="2147483678"/>
              <pc:sldLayoutMk cId="2343758327" sldId="2147483696"/>
              <ac:picMk id="29" creationId="{F0794760-DADD-804C-A55D-319B3E76F345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9.934" v="23" actId="478"/>
          <pc:sldLayoutMkLst>
            <pc:docMk/>
            <pc:sldMasterMk cId="153910724" sldId="2147483678"/>
            <pc:sldLayoutMk cId="812057600" sldId="2147483697"/>
          </pc:sldLayoutMkLst>
          <pc:picChg chg="del">
            <ac:chgData name="Rivadeneira Andrade Marco Antonio" userId="6724e0b9-e3c0-432e-bbaf-b6a69903daaa" providerId="ADAL" clId="{1DDBE07F-40BC-4655-B65C-C0D59D2485AA}" dt="2026-04-06T15:46:59.934" v="23" actId="478"/>
            <ac:picMkLst>
              <pc:docMk/>
              <pc:sldMasterMk cId="153910724" sldId="2147483678"/>
              <pc:sldLayoutMk cId="812057600" sldId="2147483697"/>
              <ac:picMk id="30" creationId="{453AF884-B1B9-0C48-8FD4-D5D6E6285C7C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7:09.600" v="28" actId="478"/>
          <pc:sldLayoutMkLst>
            <pc:docMk/>
            <pc:sldMasterMk cId="153910724" sldId="2147483678"/>
            <pc:sldLayoutMk cId="2950363447" sldId="2147483698"/>
          </pc:sldLayoutMkLst>
          <pc:picChg chg="del">
            <ac:chgData name="Rivadeneira Andrade Marco Antonio" userId="6724e0b9-e3c0-432e-bbaf-b6a69903daaa" providerId="ADAL" clId="{1DDBE07F-40BC-4655-B65C-C0D59D2485AA}" dt="2026-04-06T15:47:09.600" v="28" actId="478"/>
            <ac:picMkLst>
              <pc:docMk/>
              <pc:sldMasterMk cId="153910724" sldId="2147483678"/>
              <pc:sldLayoutMk cId="2950363447" sldId="2147483698"/>
              <ac:picMk id="14" creationId="{D2BA8632-997F-3F47-ABDB-2402CD834FE5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7:04.879" v="26" actId="478"/>
          <pc:sldLayoutMkLst>
            <pc:docMk/>
            <pc:sldMasterMk cId="153910724" sldId="2147483678"/>
            <pc:sldLayoutMk cId="3210204665" sldId="2147483699"/>
          </pc:sldLayoutMkLst>
          <pc:picChg chg="del">
            <ac:chgData name="Rivadeneira Andrade Marco Antonio" userId="6724e0b9-e3c0-432e-bbaf-b6a69903daaa" providerId="ADAL" clId="{1DDBE07F-40BC-4655-B65C-C0D59D2485AA}" dt="2026-04-06T15:47:04.879" v="26" actId="478"/>
            <ac:picMkLst>
              <pc:docMk/>
              <pc:sldMasterMk cId="153910724" sldId="2147483678"/>
              <pc:sldLayoutMk cId="3210204665" sldId="2147483699"/>
              <ac:picMk id="14" creationId="{F55F83C0-7004-434D-B73C-56FB99990B5A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9.194" v="17" actId="478"/>
          <pc:sldLayoutMkLst>
            <pc:docMk/>
            <pc:sldMasterMk cId="153910724" sldId="2147483678"/>
            <pc:sldLayoutMk cId="3985742213" sldId="2147483701"/>
          </pc:sldLayoutMkLst>
          <pc:picChg chg="del">
            <ac:chgData name="Rivadeneira Andrade Marco Antonio" userId="6724e0b9-e3c0-432e-bbaf-b6a69903daaa" providerId="ADAL" clId="{1DDBE07F-40BC-4655-B65C-C0D59D2485AA}" dt="2026-04-06T15:46:49.194" v="17" actId="478"/>
            <ac:picMkLst>
              <pc:docMk/>
              <pc:sldMasterMk cId="153910724" sldId="2147483678"/>
              <pc:sldLayoutMk cId="3985742213" sldId="2147483701"/>
              <ac:picMk id="20" creationId="{138381B1-B5F7-6D41-8F03-FA5AF16419BC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35.925" v="9" actId="478"/>
          <pc:sldLayoutMkLst>
            <pc:docMk/>
            <pc:sldMasterMk cId="153910724" sldId="2147483678"/>
            <pc:sldLayoutMk cId="1400795649" sldId="2147483702"/>
          </pc:sldLayoutMkLst>
          <pc:picChg chg="del">
            <ac:chgData name="Rivadeneira Andrade Marco Antonio" userId="6724e0b9-e3c0-432e-bbaf-b6a69903daaa" providerId="ADAL" clId="{1DDBE07F-40BC-4655-B65C-C0D59D2485AA}" dt="2026-04-06T15:46:35.925" v="9" actId="478"/>
            <ac:picMkLst>
              <pc:docMk/>
              <pc:sldMasterMk cId="153910724" sldId="2147483678"/>
              <pc:sldLayoutMk cId="1400795649" sldId="2147483702"/>
              <ac:picMk id="11" creationId="{219B682D-98C8-6142-85E9-8149CBD19516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57.564" v="22" actId="478"/>
          <pc:sldLayoutMkLst>
            <pc:docMk/>
            <pc:sldMasterMk cId="153910724" sldId="2147483678"/>
            <pc:sldLayoutMk cId="2369368760" sldId="2147483703"/>
          </pc:sldLayoutMkLst>
          <pc:picChg chg="del">
            <ac:chgData name="Rivadeneira Andrade Marco Antonio" userId="6724e0b9-e3c0-432e-bbaf-b6a69903daaa" providerId="ADAL" clId="{1DDBE07F-40BC-4655-B65C-C0D59D2485AA}" dt="2026-04-06T15:46:57.564" v="22" actId="478"/>
            <ac:picMkLst>
              <pc:docMk/>
              <pc:sldMasterMk cId="153910724" sldId="2147483678"/>
              <pc:sldLayoutMk cId="2369368760" sldId="2147483703"/>
              <ac:picMk id="29" creationId="{F0794760-DADD-804C-A55D-319B3E76F345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6:44.006" v="14" actId="478"/>
          <pc:sldLayoutMkLst>
            <pc:docMk/>
            <pc:sldMasterMk cId="153910724" sldId="2147483678"/>
            <pc:sldLayoutMk cId="1834347910" sldId="2147483704"/>
          </pc:sldLayoutMkLst>
          <pc:picChg chg="del">
            <ac:chgData name="Rivadeneira Andrade Marco Antonio" userId="6724e0b9-e3c0-432e-bbaf-b6a69903daaa" providerId="ADAL" clId="{1DDBE07F-40BC-4655-B65C-C0D59D2485AA}" dt="2026-04-06T15:46:44.006" v="14" actId="478"/>
            <ac:picMkLst>
              <pc:docMk/>
              <pc:sldMasterMk cId="153910724" sldId="2147483678"/>
              <pc:sldLayoutMk cId="1834347910" sldId="2147483704"/>
              <ac:picMk id="12" creationId="{2978F95F-1C5B-0142-A1FD-DA63FB4F4611}"/>
            </ac:picMkLst>
          </pc:picChg>
        </pc:sldLayoutChg>
        <pc:sldLayoutChg chg="delSp mod">
          <pc:chgData name="Rivadeneira Andrade Marco Antonio" userId="6724e0b9-e3c0-432e-bbaf-b6a69903daaa" providerId="ADAL" clId="{1DDBE07F-40BC-4655-B65C-C0D59D2485AA}" dt="2026-04-06T15:47:02.731" v="25" actId="478"/>
          <pc:sldLayoutMkLst>
            <pc:docMk/>
            <pc:sldMasterMk cId="153910724" sldId="2147483678"/>
            <pc:sldLayoutMk cId="3219631164" sldId="2147483705"/>
          </pc:sldLayoutMkLst>
          <pc:picChg chg="del">
            <ac:chgData name="Rivadeneira Andrade Marco Antonio" userId="6724e0b9-e3c0-432e-bbaf-b6a69903daaa" providerId="ADAL" clId="{1DDBE07F-40BC-4655-B65C-C0D59D2485AA}" dt="2026-04-06T15:47:02.731" v="25" actId="478"/>
            <ac:picMkLst>
              <pc:docMk/>
              <pc:sldMasterMk cId="153910724" sldId="2147483678"/>
              <pc:sldLayoutMk cId="3219631164" sldId="2147483705"/>
              <ac:picMk id="12" creationId="{CFBB135C-442B-8249-99DF-C8CAA7A981CE}"/>
            </ac:picMkLst>
          </pc:picChg>
        </pc:sldLayoutChg>
      </pc:sldMasterChg>
      <pc:sldMasterChg chg="delSp mod">
        <pc:chgData name="Rivadeneira Andrade Marco Antonio" userId="6724e0b9-e3c0-432e-bbaf-b6a69903daaa" providerId="ADAL" clId="{1DDBE07F-40BC-4655-B65C-C0D59D2485AA}" dt="2026-04-06T15:47:15.230" v="30" actId="478"/>
        <pc:sldMasterMkLst>
          <pc:docMk/>
          <pc:sldMasterMk cId="2696571808" sldId="2147483706"/>
        </pc:sldMasterMkLst>
        <pc:spChg chg="del">
          <ac:chgData name="Rivadeneira Andrade Marco Antonio" userId="6724e0b9-e3c0-432e-bbaf-b6a69903daaa" providerId="ADAL" clId="{1DDBE07F-40BC-4655-B65C-C0D59D2485AA}" dt="2026-04-06T15:47:15.230" v="30" actId="478"/>
          <ac:spMkLst>
            <pc:docMk/>
            <pc:sldMasterMk cId="2696571808" sldId="2147483706"/>
            <ac:spMk id="5" creationId="{3752B8E7-4915-00B8-A541-5A4B39E0D43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237DB-060F-144E-B0D8-5A41407D1917}" type="datetimeFigureOut">
              <a:rPr lang="es-ES" smtClean="0"/>
              <a:t>06/04/2026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A4495-405B-604F-BDAD-C09A80F4E4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037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CA4495-405B-604F-BDAD-C09A80F4E47C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419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o_Blanco_Titular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2195D40-7462-8542-A18D-550DE9C8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2" y="2574617"/>
            <a:ext cx="9492761" cy="1325563"/>
          </a:xfrm>
          <a:noFill/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2B20351-182C-9541-9E5C-E0CD51494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700" y="4197813"/>
            <a:ext cx="9474494" cy="1087437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954BD66-1368-BA4D-A88F-DFD8931680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5055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ndo_Azul_Titular_Blan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2195D40-7462-8542-A18D-550DE9C8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2" y="2574617"/>
            <a:ext cx="9492761" cy="132556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2B20351-182C-9541-9E5C-E0CD51494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016" y="4197813"/>
            <a:ext cx="9474494" cy="108743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75565342-32F0-F042-AECF-681BA10181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319100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ndo_Imagen_Titular_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2195D40-7462-8542-A18D-550DE9C8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68" y="2574617"/>
            <a:ext cx="9492761" cy="132556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2B20351-182C-9541-9E5C-E0CD51494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836" y="4197813"/>
            <a:ext cx="9474494" cy="108743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C8316937-F3C3-2748-8C71-018AB83C46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5103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ndo_Imagen_Titular_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2195D40-7462-8542-A18D-550DE9C8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73" y="2574617"/>
            <a:ext cx="9492761" cy="132556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2B20351-182C-9541-9E5C-E0CD51494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341" y="4197813"/>
            <a:ext cx="9474494" cy="108743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03D061EE-99C1-1F4C-AEA3-647F443580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762063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8F847B-B1D5-6E4F-BAF3-178C29398D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169" y="1872681"/>
            <a:ext cx="2966654" cy="332616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0E77A328-002E-C148-B1FB-AB2185096C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1403" y="1668457"/>
            <a:ext cx="3599141" cy="307340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6FF4BFE9-A3A9-7749-B879-E60B1A2B8D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7277" y="1552047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23" name="Marcador de texto 3">
            <a:extLst>
              <a:ext uri="{FF2B5EF4-FFF2-40B4-BE49-F238E27FC236}">
                <a16:creationId xmlns:a16="http://schemas.microsoft.com/office/drawing/2014/main" id="{A5E3CCB4-43EF-DB40-B50F-80B1F61C6F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169" y="2595583"/>
            <a:ext cx="2973850" cy="320363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5C2665B6-DB56-C84D-93D8-D2148DCE3E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1403" y="2391359"/>
            <a:ext cx="3599141" cy="311501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25" name="Marcador de texto 15">
            <a:extLst>
              <a:ext uri="{FF2B5EF4-FFF2-40B4-BE49-F238E27FC236}">
                <a16:creationId xmlns:a16="http://schemas.microsoft.com/office/drawing/2014/main" id="{DD88DE94-DE9B-9548-BFC2-D597A4F56D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7277" y="2274950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27" name="Marcador de texto 3">
            <a:extLst>
              <a:ext uri="{FF2B5EF4-FFF2-40B4-BE49-F238E27FC236}">
                <a16:creationId xmlns:a16="http://schemas.microsoft.com/office/drawing/2014/main" id="{2238F629-2A35-E441-ACA7-961CE41BCB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168" y="3313699"/>
            <a:ext cx="2968439" cy="320161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4799B269-59E4-0B4F-81BF-633D66B8F2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91403" y="3109475"/>
            <a:ext cx="3599141" cy="310229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29" name="Marcador de texto 15">
            <a:extLst>
              <a:ext uri="{FF2B5EF4-FFF2-40B4-BE49-F238E27FC236}">
                <a16:creationId xmlns:a16="http://schemas.microsoft.com/office/drawing/2014/main" id="{BD215A62-CE58-5A40-8F34-663CF9B6DF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7277" y="2993066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31" name="Marcador de texto 3">
            <a:extLst>
              <a:ext uri="{FF2B5EF4-FFF2-40B4-BE49-F238E27FC236}">
                <a16:creationId xmlns:a16="http://schemas.microsoft.com/office/drawing/2014/main" id="{B497BDA8-8421-3B42-81A4-19F74C7927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3169" y="4041389"/>
            <a:ext cx="2968438" cy="353207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32" name="Marcador de texto 3">
            <a:extLst>
              <a:ext uri="{FF2B5EF4-FFF2-40B4-BE49-F238E27FC236}">
                <a16:creationId xmlns:a16="http://schemas.microsoft.com/office/drawing/2014/main" id="{1546160F-867A-244D-8E88-CD46998AE6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91403" y="3837165"/>
            <a:ext cx="3599141" cy="302553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EF575985-D360-5E41-8BDC-2D3954DA68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277" y="3720756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35" name="Marcador de texto 3">
            <a:extLst>
              <a:ext uri="{FF2B5EF4-FFF2-40B4-BE49-F238E27FC236}">
                <a16:creationId xmlns:a16="http://schemas.microsoft.com/office/drawing/2014/main" id="{619D7DE5-779D-9A4B-9FD8-5B4C17758E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3169" y="4754718"/>
            <a:ext cx="2974806" cy="358968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36" name="Marcador de texto 3">
            <a:extLst>
              <a:ext uri="{FF2B5EF4-FFF2-40B4-BE49-F238E27FC236}">
                <a16:creationId xmlns:a16="http://schemas.microsoft.com/office/drawing/2014/main" id="{354F9FAF-4483-154B-863B-3F4E682EA9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1403" y="4550494"/>
            <a:ext cx="3599141" cy="302552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3C9D978E-0D85-CF4B-ACA3-2FE2F3B2D1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277" y="4434084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79" name="Marcador de texto 78">
            <a:extLst>
              <a:ext uri="{FF2B5EF4-FFF2-40B4-BE49-F238E27FC236}">
                <a16:creationId xmlns:a16="http://schemas.microsoft.com/office/drawing/2014/main" id="{879DB0AB-F334-5B4C-8040-3E8C91CD21C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8669" y="372639"/>
            <a:ext cx="2978350" cy="341567"/>
          </a:xfrm>
        </p:spPr>
        <p:txBody>
          <a:bodyPr>
            <a:normAutofit/>
          </a:bodyPr>
          <a:lstStyle>
            <a:lvl1pPr>
              <a:defRPr sz="13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84" name="Marcador de texto 83">
            <a:extLst>
              <a:ext uri="{FF2B5EF4-FFF2-40B4-BE49-F238E27FC236}">
                <a16:creationId xmlns:a16="http://schemas.microsoft.com/office/drawing/2014/main" id="{FFB93D1C-610E-6E41-AAF3-2570F640128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5017" y="2275888"/>
            <a:ext cx="2982002" cy="361724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5" name="Marcador de texto 83">
            <a:extLst>
              <a:ext uri="{FF2B5EF4-FFF2-40B4-BE49-F238E27FC236}">
                <a16:creationId xmlns:a16="http://schemas.microsoft.com/office/drawing/2014/main" id="{74986D2B-5EDB-7A46-BCB2-9666E8491ED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5017" y="2990540"/>
            <a:ext cx="2982002" cy="361724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6" name="Marcador de texto 83">
            <a:extLst>
              <a:ext uri="{FF2B5EF4-FFF2-40B4-BE49-F238E27FC236}">
                <a16:creationId xmlns:a16="http://schemas.microsoft.com/office/drawing/2014/main" id="{547051A1-13A5-9141-B86E-40BE492F2C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5017" y="3714070"/>
            <a:ext cx="2982002" cy="35896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7" name="Marcador de texto 83">
            <a:extLst>
              <a:ext uri="{FF2B5EF4-FFF2-40B4-BE49-F238E27FC236}">
                <a16:creationId xmlns:a16="http://schemas.microsoft.com/office/drawing/2014/main" id="{BBFDF298-028C-DD47-95FB-C8F8D40599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5017" y="4433160"/>
            <a:ext cx="2991110" cy="35896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8" name="Marcador de texto 83">
            <a:extLst>
              <a:ext uri="{FF2B5EF4-FFF2-40B4-BE49-F238E27FC236}">
                <a16:creationId xmlns:a16="http://schemas.microsoft.com/office/drawing/2014/main" id="{0B90359A-FFF6-0145-9E7E-4AA8EA318B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5017" y="1552358"/>
            <a:ext cx="2974806" cy="361724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9" name="Marcador de texto 3">
            <a:extLst>
              <a:ext uri="{FF2B5EF4-FFF2-40B4-BE49-F238E27FC236}">
                <a16:creationId xmlns:a16="http://schemas.microsoft.com/office/drawing/2014/main" id="{24F72723-FC1D-4A40-A3CE-0C68981C8F1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89298" y="1872681"/>
            <a:ext cx="2974806" cy="332616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90" name="Marcador de texto 3">
            <a:extLst>
              <a:ext uri="{FF2B5EF4-FFF2-40B4-BE49-F238E27FC236}">
                <a16:creationId xmlns:a16="http://schemas.microsoft.com/office/drawing/2014/main" id="{D3C329BC-37ED-3642-B6E7-18E8C2DA4A8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57532" y="1668457"/>
            <a:ext cx="3599141" cy="297766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91" name="Marcador de texto 15">
            <a:extLst>
              <a:ext uri="{FF2B5EF4-FFF2-40B4-BE49-F238E27FC236}">
                <a16:creationId xmlns:a16="http://schemas.microsoft.com/office/drawing/2014/main" id="{B3ECF550-48B2-2843-A029-DE80F2570CE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153406" y="1552047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92" name="Marcador de texto 3">
            <a:extLst>
              <a:ext uri="{FF2B5EF4-FFF2-40B4-BE49-F238E27FC236}">
                <a16:creationId xmlns:a16="http://schemas.microsoft.com/office/drawing/2014/main" id="{29CFFEB6-D481-4C48-BFC9-24B890AD222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89298" y="2595583"/>
            <a:ext cx="2974806" cy="320363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93" name="Marcador de texto 3">
            <a:extLst>
              <a:ext uri="{FF2B5EF4-FFF2-40B4-BE49-F238E27FC236}">
                <a16:creationId xmlns:a16="http://schemas.microsoft.com/office/drawing/2014/main" id="{DCF22A84-AB91-C041-B8E7-7AD902FD02E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57532" y="2391359"/>
            <a:ext cx="3599141" cy="311501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94" name="Marcador de texto 15">
            <a:extLst>
              <a:ext uri="{FF2B5EF4-FFF2-40B4-BE49-F238E27FC236}">
                <a16:creationId xmlns:a16="http://schemas.microsoft.com/office/drawing/2014/main" id="{8F9EFB6F-1C56-FF4E-983B-DD5BF775159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153406" y="2274950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95" name="Marcador de texto 3">
            <a:extLst>
              <a:ext uri="{FF2B5EF4-FFF2-40B4-BE49-F238E27FC236}">
                <a16:creationId xmlns:a16="http://schemas.microsoft.com/office/drawing/2014/main" id="{7A380FF4-DE32-0B49-BA56-808050E0D48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189297" y="3313699"/>
            <a:ext cx="2968439" cy="329937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96" name="Marcador de texto 3">
            <a:extLst>
              <a:ext uri="{FF2B5EF4-FFF2-40B4-BE49-F238E27FC236}">
                <a16:creationId xmlns:a16="http://schemas.microsoft.com/office/drawing/2014/main" id="{F90E99F0-5358-DD48-8D52-BBC6648DD9D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57532" y="3109475"/>
            <a:ext cx="3599141" cy="309203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97" name="Marcador de texto 15">
            <a:extLst>
              <a:ext uri="{FF2B5EF4-FFF2-40B4-BE49-F238E27FC236}">
                <a16:creationId xmlns:a16="http://schemas.microsoft.com/office/drawing/2014/main" id="{8865AF38-3DF9-C748-9434-4121CA979E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153406" y="2993066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98" name="Marcador de texto 3">
            <a:extLst>
              <a:ext uri="{FF2B5EF4-FFF2-40B4-BE49-F238E27FC236}">
                <a16:creationId xmlns:a16="http://schemas.microsoft.com/office/drawing/2014/main" id="{12D15972-AEAA-2F46-9AE7-22657A557DC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89298" y="4041389"/>
            <a:ext cx="2968438" cy="321337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99" name="Marcador de texto 3">
            <a:extLst>
              <a:ext uri="{FF2B5EF4-FFF2-40B4-BE49-F238E27FC236}">
                <a16:creationId xmlns:a16="http://schemas.microsoft.com/office/drawing/2014/main" id="{A4760ED4-46A2-A445-B4CE-F9805FA9277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757532" y="3837165"/>
            <a:ext cx="3599141" cy="302553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100" name="Marcador de texto 15">
            <a:extLst>
              <a:ext uri="{FF2B5EF4-FFF2-40B4-BE49-F238E27FC236}">
                <a16:creationId xmlns:a16="http://schemas.microsoft.com/office/drawing/2014/main" id="{FEB0E95D-338A-3346-BB70-C8F6FA0DD87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153406" y="3720756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101" name="Marcador de texto 3">
            <a:extLst>
              <a:ext uri="{FF2B5EF4-FFF2-40B4-BE49-F238E27FC236}">
                <a16:creationId xmlns:a16="http://schemas.microsoft.com/office/drawing/2014/main" id="{A3F81034-DEB8-AF47-B75A-EC44FCFFBB4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89298" y="4754718"/>
            <a:ext cx="2974806" cy="321846"/>
          </a:xfrm>
        </p:spPr>
        <p:txBody>
          <a:bodyPr numCol="1">
            <a:normAutofit/>
          </a:bodyPr>
          <a:lstStyle>
            <a:lvl1pPr algn="just">
              <a:defRPr sz="18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/>
            </a:lvl2pPr>
          </a:lstStyle>
          <a:p>
            <a:pPr lvl="0"/>
            <a:r>
              <a:rPr lang="es-ES" dirty="0" err="1"/>
              <a:t>Subheading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02" name="Marcador de texto 3">
            <a:extLst>
              <a:ext uri="{FF2B5EF4-FFF2-40B4-BE49-F238E27FC236}">
                <a16:creationId xmlns:a16="http://schemas.microsoft.com/office/drawing/2014/main" id="{2A538B8E-41CD-4341-AED6-2FFA34B3F03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757532" y="4550493"/>
            <a:ext cx="3599141" cy="321337"/>
          </a:xfrm>
        </p:spPr>
        <p:txBody>
          <a:bodyPr numCol="1">
            <a:noAutofit/>
          </a:bodyPr>
          <a:lstStyle>
            <a:lvl1pPr algn="just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algn="l">
              <a:buFontTx/>
              <a:buNone/>
              <a:defRPr sz="1000"/>
            </a:lvl2pPr>
          </a:lstStyle>
          <a:p>
            <a:pPr lvl="0"/>
            <a:r>
              <a:rPr lang="es-ES" dirty="0"/>
              <a:t>…………………………………………………….......................</a:t>
            </a:r>
          </a:p>
        </p:txBody>
      </p:sp>
      <p:sp>
        <p:nvSpPr>
          <p:cNvPr id="103" name="Marcador de texto 15">
            <a:extLst>
              <a:ext uri="{FF2B5EF4-FFF2-40B4-BE49-F238E27FC236}">
                <a16:creationId xmlns:a16="http://schemas.microsoft.com/office/drawing/2014/main" id="{173C5E62-67BC-9C45-8601-618E1D179FB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1153406" y="4434084"/>
            <a:ext cx="729889" cy="418962"/>
          </a:xfrm>
        </p:spPr>
        <p:txBody>
          <a:bodyPr>
            <a:normAutofit/>
          </a:bodyPr>
          <a:lstStyle>
            <a:lvl1pPr algn="just">
              <a:defRPr sz="2000"/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</a:lstStyle>
          <a:p>
            <a:pPr lvl="0"/>
            <a:r>
              <a:rPr lang="es-ES" dirty="0"/>
              <a:t>P.01</a:t>
            </a:r>
          </a:p>
        </p:txBody>
      </p:sp>
      <p:sp>
        <p:nvSpPr>
          <p:cNvPr id="104" name="Marcador de texto 83">
            <a:extLst>
              <a:ext uri="{FF2B5EF4-FFF2-40B4-BE49-F238E27FC236}">
                <a16:creationId xmlns:a16="http://schemas.microsoft.com/office/drawing/2014/main" id="{967DFE4E-11D5-9B48-9787-7C376FDD573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181146" y="2275888"/>
            <a:ext cx="2971542" cy="31490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05" name="Marcador de texto 83">
            <a:extLst>
              <a:ext uri="{FF2B5EF4-FFF2-40B4-BE49-F238E27FC236}">
                <a16:creationId xmlns:a16="http://schemas.microsoft.com/office/drawing/2014/main" id="{A66AEF34-CCE3-244B-9A73-A752C1D152B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81146" y="2990540"/>
            <a:ext cx="2968438" cy="323159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06" name="Marcador de texto 83">
            <a:extLst>
              <a:ext uri="{FF2B5EF4-FFF2-40B4-BE49-F238E27FC236}">
                <a16:creationId xmlns:a16="http://schemas.microsoft.com/office/drawing/2014/main" id="{2EC5676D-D773-CF40-86EC-47E332356C7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81146" y="3714070"/>
            <a:ext cx="2982958" cy="321337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07" name="Marcador de texto 83">
            <a:extLst>
              <a:ext uri="{FF2B5EF4-FFF2-40B4-BE49-F238E27FC236}">
                <a16:creationId xmlns:a16="http://schemas.microsoft.com/office/drawing/2014/main" id="{AFC92137-6235-2146-8DDC-3CC348067A2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81145" y="4433160"/>
            <a:ext cx="2974805" cy="31490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08" name="Marcador de texto 83">
            <a:extLst>
              <a:ext uri="{FF2B5EF4-FFF2-40B4-BE49-F238E27FC236}">
                <a16:creationId xmlns:a16="http://schemas.microsoft.com/office/drawing/2014/main" id="{8F8F59DA-8014-C044-83F5-3C1BA460C2B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181146" y="1552358"/>
            <a:ext cx="2982958" cy="314908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110" name="Marcador de texto 109">
            <a:extLst>
              <a:ext uri="{FF2B5EF4-FFF2-40B4-BE49-F238E27FC236}">
                <a16:creationId xmlns:a16="http://schemas.microsoft.com/office/drawing/2014/main" id="{47572D3A-0640-F64B-B8C7-BC1B9D44655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15018" y="647835"/>
            <a:ext cx="2991110" cy="431800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Index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7413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Marcador de texto 78">
            <a:extLst>
              <a:ext uri="{FF2B5EF4-FFF2-40B4-BE49-F238E27FC236}">
                <a16:creationId xmlns:a16="http://schemas.microsoft.com/office/drawing/2014/main" id="{879DB0AB-F334-5B4C-8040-3E8C91CD21C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8669" y="372639"/>
            <a:ext cx="2978350" cy="341567"/>
          </a:xfrm>
        </p:spPr>
        <p:txBody>
          <a:bodyPr>
            <a:normAutofit/>
          </a:bodyPr>
          <a:lstStyle>
            <a:lvl1pPr>
              <a:defRPr sz="13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88" name="Marcador de texto 83">
            <a:extLst>
              <a:ext uri="{FF2B5EF4-FFF2-40B4-BE49-F238E27FC236}">
                <a16:creationId xmlns:a16="http://schemas.microsoft.com/office/drawing/2014/main" id="{0B90359A-FFF6-0145-9E7E-4AA8EA318B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0568" y="1425883"/>
            <a:ext cx="788077" cy="47842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1.</a:t>
            </a:r>
            <a:br>
              <a:rPr lang="es-ES" dirty="0"/>
            </a:br>
            <a:r>
              <a:rPr lang="es-ES" dirty="0"/>
              <a:t>2.</a:t>
            </a:r>
            <a:br>
              <a:rPr lang="es-ES" dirty="0"/>
            </a:br>
            <a:r>
              <a:rPr lang="es-ES" dirty="0"/>
              <a:t>3.</a:t>
            </a:r>
            <a:br>
              <a:rPr lang="es-ES" dirty="0"/>
            </a:br>
            <a:r>
              <a:rPr lang="es-ES" dirty="0"/>
              <a:t>4.</a:t>
            </a:r>
            <a:br>
              <a:rPr lang="es-ES" dirty="0"/>
            </a:br>
            <a:r>
              <a:rPr lang="es-ES" dirty="0"/>
              <a:t>5.</a:t>
            </a:r>
          </a:p>
        </p:txBody>
      </p:sp>
      <p:sp>
        <p:nvSpPr>
          <p:cNvPr id="110" name="Marcador de texto 109">
            <a:extLst>
              <a:ext uri="{FF2B5EF4-FFF2-40B4-BE49-F238E27FC236}">
                <a16:creationId xmlns:a16="http://schemas.microsoft.com/office/drawing/2014/main" id="{47572D3A-0640-F64B-B8C7-BC1B9D44655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15018" y="647835"/>
            <a:ext cx="2991110" cy="431800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44" name="Marcador de texto 83">
            <a:extLst>
              <a:ext uri="{FF2B5EF4-FFF2-40B4-BE49-F238E27FC236}">
                <a16:creationId xmlns:a16="http://schemas.microsoft.com/office/drawing/2014/main" id="{CBF29B9B-8E00-ED48-AEBE-65C3714F5EA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00818" y="1425883"/>
            <a:ext cx="5896651" cy="47842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008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Marcador de texto 78">
            <a:extLst>
              <a:ext uri="{FF2B5EF4-FFF2-40B4-BE49-F238E27FC236}">
                <a16:creationId xmlns:a16="http://schemas.microsoft.com/office/drawing/2014/main" id="{879DB0AB-F334-5B4C-8040-3E8C91CD21C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9259" y="372639"/>
            <a:ext cx="2978350" cy="341567"/>
          </a:xfrm>
        </p:spPr>
        <p:txBody>
          <a:bodyPr>
            <a:normAutofit/>
          </a:bodyPr>
          <a:lstStyle>
            <a:lvl1pPr>
              <a:defRPr sz="1300" b="1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88" name="Marcador de texto 83">
            <a:extLst>
              <a:ext uri="{FF2B5EF4-FFF2-40B4-BE49-F238E27FC236}">
                <a16:creationId xmlns:a16="http://schemas.microsoft.com/office/drawing/2014/main" id="{0B90359A-FFF6-0145-9E7E-4AA8EA318B2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97988" y="140817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10" name="Marcador de texto 109">
            <a:extLst>
              <a:ext uri="{FF2B5EF4-FFF2-40B4-BE49-F238E27FC236}">
                <a16:creationId xmlns:a16="http://schemas.microsoft.com/office/drawing/2014/main" id="{47572D3A-0640-F64B-B8C7-BC1B9D44655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05608" y="647835"/>
            <a:ext cx="2991110" cy="431800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3542EB-847A-134C-87D5-341B3F888D0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13903" y="228092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ED21A4EA-B7DC-2249-9BBA-4D41A99B3CE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13903" y="287528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18" name="Marcador de texto 83">
            <a:extLst>
              <a:ext uri="{FF2B5EF4-FFF2-40B4-BE49-F238E27FC236}">
                <a16:creationId xmlns:a16="http://schemas.microsoft.com/office/drawing/2014/main" id="{846ACD11-B8D6-D347-834E-2FFC4F76789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285968" y="140817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85611C3A-E7BA-8741-B713-7ECF35C208CF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01883" y="228092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847668A-0F13-FD40-99C9-7D211293DC7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301883" y="287528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1" name="Marcador de texto 83">
            <a:extLst>
              <a:ext uri="{FF2B5EF4-FFF2-40B4-BE49-F238E27FC236}">
                <a16:creationId xmlns:a16="http://schemas.microsoft.com/office/drawing/2014/main" id="{2A5ED1A7-3C9E-0A47-A8B4-C2B3AC78C14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158708" y="140817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665B95A9-6987-F748-AD20-7165E5E8CEE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174623" y="228092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7991601E-FE13-004A-B235-1C7E12150DA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174623" y="287528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4" name="Marcador de texto 83">
            <a:extLst>
              <a:ext uri="{FF2B5EF4-FFF2-40B4-BE49-F238E27FC236}">
                <a16:creationId xmlns:a16="http://schemas.microsoft.com/office/drawing/2014/main" id="{B55C8E76-6CFF-6040-8FA8-33F63C85CEB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039068" y="140817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69111C5F-2E5B-A941-97B9-DF3CB7452A8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054983" y="228092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E44F70FF-0454-5A49-B7FE-A299E03161D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054983" y="287528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7" name="Marcador de texto 83">
            <a:extLst>
              <a:ext uri="{FF2B5EF4-FFF2-40B4-BE49-F238E27FC236}">
                <a16:creationId xmlns:a16="http://schemas.microsoft.com/office/drawing/2014/main" id="{C6EFC7DE-FDA3-344F-BA47-77E74A7AB00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97988" y="380085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DEDD6D48-A77A-1B42-A0A7-7C1FA8FB236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13903" y="467360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339E1E00-EF43-9842-A5D4-7D893A6A21D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13903" y="526796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0" name="Marcador de texto 83">
            <a:extLst>
              <a:ext uri="{FF2B5EF4-FFF2-40B4-BE49-F238E27FC236}">
                <a16:creationId xmlns:a16="http://schemas.microsoft.com/office/drawing/2014/main" id="{3609BFF5-C0EC-C74B-BAC5-C6247F87A15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285968" y="380085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A2D9B95A-6F51-704A-8164-AE4376A5245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01883" y="467360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347D8AC6-F6F7-AB40-BDAE-DFA1A20F30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01883" y="526796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3" name="Marcador de texto 83">
            <a:extLst>
              <a:ext uri="{FF2B5EF4-FFF2-40B4-BE49-F238E27FC236}">
                <a16:creationId xmlns:a16="http://schemas.microsoft.com/office/drawing/2014/main" id="{2175621C-7D22-9246-842E-EBEBA072199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158708" y="380085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857887B0-767A-9D43-9C2D-CFE8C77727A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174623" y="467360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5" name="Marcador de texto 2">
            <a:extLst>
              <a:ext uri="{FF2B5EF4-FFF2-40B4-BE49-F238E27FC236}">
                <a16:creationId xmlns:a16="http://schemas.microsoft.com/office/drawing/2014/main" id="{79494816-53D2-E340-A80C-F39EE826D98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174623" y="526796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6" name="Marcador de texto 83">
            <a:extLst>
              <a:ext uri="{FF2B5EF4-FFF2-40B4-BE49-F238E27FC236}">
                <a16:creationId xmlns:a16="http://schemas.microsoft.com/office/drawing/2014/main" id="{E903AC53-87A3-6E4D-820F-7A4F85097C4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039068" y="3800851"/>
            <a:ext cx="1306871" cy="8905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300"/>
              </a:spcBef>
              <a:defRPr sz="5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46EEBF2D-185D-3F40-90DD-563D0093C87E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054983" y="467360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/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Title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8" name="Marcador de texto 2">
            <a:extLst>
              <a:ext uri="{FF2B5EF4-FFF2-40B4-BE49-F238E27FC236}">
                <a16:creationId xmlns:a16="http://schemas.microsoft.com/office/drawing/2014/main" id="{F0CFAD44-F620-CD41-8005-F4C6AADCED77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054983" y="5267961"/>
            <a:ext cx="2613343" cy="645160"/>
          </a:xfrm>
        </p:spPr>
        <p:txBody>
          <a:bodyPr>
            <a:normAutofit/>
          </a:bodyPr>
          <a:lstStyle>
            <a:lvl1pPr>
              <a:spcBef>
                <a:spcPts val="400"/>
              </a:spcBef>
              <a:defRPr sz="18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Chapter</a:t>
            </a:r>
            <a:r>
              <a:rPr lang="es-ES" dirty="0"/>
              <a:t> </a:t>
            </a:r>
            <a:r>
              <a:rPr lang="es-ES" dirty="0" err="1"/>
              <a:t>Description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90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ntos">
    <p:bg>
      <p:bgPr>
        <a:solidFill>
          <a:schemeClr val="tx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/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0C2C86A-E25F-F94C-9B10-DA32F24E3B9F}"/>
              </a:ext>
            </a:extLst>
          </p:cNvPr>
          <p:cNvSpPr/>
          <p:nvPr userDrawn="1"/>
        </p:nvSpPr>
        <p:spPr>
          <a:xfrm>
            <a:off x="7723632" y="1921315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F5B29F80-9491-2344-915D-11D96128C8D5}"/>
              </a:ext>
            </a:extLst>
          </p:cNvPr>
          <p:cNvSpPr/>
          <p:nvPr userDrawn="1"/>
        </p:nvSpPr>
        <p:spPr>
          <a:xfrm>
            <a:off x="8973312" y="1451923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DF087C4-BCE5-CF4D-9264-8BF23D238C86}"/>
              </a:ext>
            </a:extLst>
          </p:cNvPr>
          <p:cNvSpPr/>
          <p:nvPr userDrawn="1"/>
        </p:nvSpPr>
        <p:spPr>
          <a:xfrm>
            <a:off x="10168128" y="1994467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83D5DDB1-3969-7842-816C-0E9028EEE0BD}"/>
              </a:ext>
            </a:extLst>
          </p:cNvPr>
          <p:cNvSpPr/>
          <p:nvPr userDrawn="1"/>
        </p:nvSpPr>
        <p:spPr>
          <a:xfrm>
            <a:off x="9241536" y="2476051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7B38733-C7CE-CC40-A346-42CB9FDC07EC}"/>
              </a:ext>
            </a:extLst>
          </p:cNvPr>
          <p:cNvSpPr/>
          <p:nvPr userDrawn="1"/>
        </p:nvSpPr>
        <p:spPr>
          <a:xfrm>
            <a:off x="8241792" y="2847907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BFA97A2-60F7-D140-96EB-06C955249400}"/>
              </a:ext>
            </a:extLst>
          </p:cNvPr>
          <p:cNvSpPr/>
          <p:nvPr userDrawn="1"/>
        </p:nvSpPr>
        <p:spPr>
          <a:xfrm>
            <a:off x="7193280" y="3140515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EC6ABBC-FB28-CA45-9260-33DBDD5A8E66}"/>
              </a:ext>
            </a:extLst>
          </p:cNvPr>
          <p:cNvSpPr/>
          <p:nvPr userDrawn="1"/>
        </p:nvSpPr>
        <p:spPr>
          <a:xfrm>
            <a:off x="7668768" y="4371907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B103E51-E0A9-9441-9112-9DA26F729EF9}"/>
              </a:ext>
            </a:extLst>
          </p:cNvPr>
          <p:cNvSpPr/>
          <p:nvPr userDrawn="1"/>
        </p:nvSpPr>
        <p:spPr>
          <a:xfrm>
            <a:off x="8589264" y="3786691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C7C4346-C80A-C541-BA30-B4E1DA70FB78}"/>
              </a:ext>
            </a:extLst>
          </p:cNvPr>
          <p:cNvSpPr/>
          <p:nvPr userDrawn="1"/>
        </p:nvSpPr>
        <p:spPr>
          <a:xfrm>
            <a:off x="9582912" y="3420931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4AA2D7D-96BC-834F-982E-1D3BD6940C2E}"/>
              </a:ext>
            </a:extLst>
          </p:cNvPr>
          <p:cNvSpPr/>
          <p:nvPr userDrawn="1"/>
        </p:nvSpPr>
        <p:spPr>
          <a:xfrm>
            <a:off x="10643616" y="3219763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0EC2DE0-33FD-D14C-BA7A-66CBC390B67A}"/>
              </a:ext>
            </a:extLst>
          </p:cNvPr>
          <p:cNvSpPr/>
          <p:nvPr userDrawn="1"/>
        </p:nvSpPr>
        <p:spPr>
          <a:xfrm>
            <a:off x="10113264" y="4426771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D4C3106-9AF6-DD43-9204-40AA090B6033}"/>
              </a:ext>
            </a:extLst>
          </p:cNvPr>
          <p:cNvSpPr/>
          <p:nvPr userDrawn="1"/>
        </p:nvSpPr>
        <p:spPr>
          <a:xfrm>
            <a:off x="8875776" y="4896163"/>
            <a:ext cx="475488" cy="475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2A35A1B3-7558-F84E-84A3-56C71DF152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2526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_Numero">
    <p:bg>
      <p:bgPr>
        <a:solidFill>
          <a:schemeClr val="tx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/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B4C642-AD83-E048-B9D3-0C11F037B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2181" y="1014642"/>
            <a:ext cx="5269819" cy="4695825"/>
          </a:xfrm>
        </p:spPr>
        <p:txBody>
          <a:bodyPr>
            <a:noAutofit/>
          </a:bodyPr>
          <a:lstStyle>
            <a:lvl1pPr>
              <a:defRPr sz="34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A2A588E5-6D27-744B-86BC-D6BA83178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0692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_Nume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B4C642-AD83-E048-B9D3-0C11F037B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2181" y="1014642"/>
            <a:ext cx="5269819" cy="4695825"/>
          </a:xfrm>
        </p:spPr>
        <p:txBody>
          <a:bodyPr>
            <a:noAutofit/>
          </a:bodyPr>
          <a:lstStyle>
            <a:lvl1pPr>
              <a:defRPr sz="34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A2A588E5-6D27-744B-86BC-D6BA83178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17758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_Nume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B4C642-AD83-E048-B9D3-0C11F037B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2181" y="1014642"/>
            <a:ext cx="5269819" cy="4695825"/>
          </a:xfrm>
        </p:spPr>
        <p:txBody>
          <a:bodyPr>
            <a:noAutofit/>
          </a:bodyPr>
          <a:lstStyle>
            <a:lvl1pPr>
              <a:defRPr sz="34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1F113980-D274-D54B-AD70-99B76F41DF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59668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_Numero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B4C642-AD83-E048-B9D3-0C11F037B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2181" y="1014642"/>
            <a:ext cx="5269819" cy="4695825"/>
          </a:xfrm>
        </p:spPr>
        <p:txBody>
          <a:bodyPr>
            <a:noAutofit/>
          </a:bodyPr>
          <a:lstStyle>
            <a:lvl1pPr>
              <a:defRPr sz="34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3005C5CA-F42A-644B-A70F-02024F4A42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12877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_Numer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39F8226E-E282-6E49-8A71-65A03450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6" y="1490182"/>
            <a:ext cx="6613037" cy="1325563"/>
          </a:xfrm>
          <a:noFill/>
        </p:spPr>
        <p:txBody>
          <a:bodyPr/>
          <a:lstStyle>
            <a:lvl1pPr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ES" dirty="0"/>
              <a:t>Haga clic para modificar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1A2A5620-AEF3-4042-A19F-60DAB4288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264" y="3113378"/>
            <a:ext cx="6613037" cy="1087437"/>
          </a:xfrm>
        </p:spPr>
        <p:txBody>
          <a:bodyPr/>
          <a:lstStyle>
            <a:lvl1pPr>
              <a:defRPr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2B4C642-AD83-E048-B9D3-0C11F037BD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22181" y="1014642"/>
            <a:ext cx="5269819" cy="4695825"/>
          </a:xfrm>
        </p:spPr>
        <p:txBody>
          <a:bodyPr>
            <a:noAutofit/>
          </a:bodyPr>
          <a:lstStyle>
            <a:lvl1pPr>
              <a:defRPr sz="34000" b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s-ES" dirty="0"/>
              <a:t>02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CD503779-9A3F-774F-88AE-1D130E3B08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37510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3" y="609644"/>
            <a:ext cx="11268590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</a:p>
          <a:p>
            <a:pPr lvl="0"/>
            <a:r>
              <a:rPr lang="es-ES" dirty="0"/>
              <a:t>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1" y="366676"/>
            <a:ext cx="1126859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49473A57-1097-594F-8845-F871CEBEA0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102763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2" y="609644"/>
            <a:ext cx="11259303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5334298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11262706" cy="1273612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	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0" y="366676"/>
            <a:ext cx="1125930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>
                <a:latin typeface="+mn-lt"/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37EC0C27-5E8F-CE46-9D3F-E57743BA89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400795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_Column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654" y="609644"/>
            <a:ext cx="11257119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5541" y="1740662"/>
            <a:ext cx="5320097" cy="139192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lacus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, </a:t>
            </a:r>
            <a:r>
              <a:rPr lang="es-ES" dirty="0" err="1"/>
              <a:t>gravida</a:t>
            </a:r>
            <a:r>
              <a:rPr lang="es-ES" dirty="0"/>
              <a:t> </a:t>
            </a:r>
            <a:r>
              <a:rPr lang="es-ES" dirty="0" err="1"/>
              <a:t>ac</a:t>
            </a:r>
            <a:r>
              <a:rPr lang="es-ES" dirty="0"/>
              <a:t> ornare </a:t>
            </a:r>
            <a:r>
              <a:rPr lang="es-ES" dirty="0" err="1"/>
              <a:t>ac</a:t>
            </a:r>
            <a:r>
              <a:rPr lang="es-ES" dirty="0"/>
              <a:t>.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8943" y="366676"/>
            <a:ext cx="11257120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BD8A9A29-247E-EA46-8CD4-1758841A8D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541" y="3176718"/>
            <a:ext cx="5320097" cy="36382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5271E3B7-3FD3-8440-9710-E3439F3EE8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541" y="3540538"/>
            <a:ext cx="5320098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01CE7070-5CE0-8D45-A606-20C768D30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50977" y="1740662"/>
            <a:ext cx="5320097" cy="139192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lacus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, </a:t>
            </a:r>
            <a:r>
              <a:rPr lang="es-ES" dirty="0" err="1"/>
              <a:t>gravida</a:t>
            </a:r>
            <a:r>
              <a:rPr lang="es-ES" dirty="0"/>
              <a:t> </a:t>
            </a:r>
            <a:r>
              <a:rPr lang="es-ES" dirty="0" err="1"/>
              <a:t>ac</a:t>
            </a:r>
            <a:r>
              <a:rPr lang="es-ES" dirty="0"/>
              <a:t> ornare </a:t>
            </a:r>
            <a:r>
              <a:rPr lang="es-ES" dirty="0" err="1"/>
              <a:t>ac</a:t>
            </a:r>
            <a:r>
              <a:rPr lang="es-ES" dirty="0"/>
              <a:t>.</a:t>
            </a:r>
          </a:p>
        </p:txBody>
      </p:sp>
      <p:sp>
        <p:nvSpPr>
          <p:cNvPr id="22" name="Marcador de texto 12">
            <a:extLst>
              <a:ext uri="{FF2B5EF4-FFF2-40B4-BE49-F238E27FC236}">
                <a16:creationId xmlns:a16="http://schemas.microsoft.com/office/drawing/2014/main" id="{404E435A-E585-1841-9763-026093A593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977" y="3176718"/>
            <a:ext cx="5320097" cy="36382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5AB8C3F2-42FD-F745-A334-79067A11A4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0977" y="3540538"/>
            <a:ext cx="5320098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D4AE0868-A0F4-264A-9EA9-07A81DB503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309788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_Enfasis_Fond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539" y="1479572"/>
            <a:ext cx="9471857" cy="1589066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7272F2-7A68-2949-92E4-20E4609AD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599" y="3141663"/>
            <a:ext cx="10923594" cy="2087562"/>
          </a:xfrm>
        </p:spPr>
        <p:txBody>
          <a:bodyPr>
            <a:noAutofit/>
          </a:bodyPr>
          <a:lstStyle>
            <a:lvl1pPr>
              <a:defRPr sz="500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sz="5000" b="1"/>
            </a:lvl2pPr>
            <a:lvl3pPr>
              <a:defRPr sz="5000" b="1"/>
            </a:lvl3pPr>
            <a:lvl4pPr>
              <a:defRPr sz="5000" b="1"/>
            </a:lvl4pPr>
            <a:lvl5pPr>
              <a:defRPr sz="5000" b="1"/>
            </a:lvl5pPr>
          </a:lstStyle>
          <a:p>
            <a:pPr lvl="0"/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15203862-1283-E34D-BE23-248C9F6C36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510093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_Enfasis_Fondo_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539" y="1479572"/>
            <a:ext cx="9471857" cy="1589066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7272F2-7A68-2949-92E4-20E4609AD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599" y="3141663"/>
            <a:ext cx="10923594" cy="2087562"/>
          </a:xfrm>
        </p:spPr>
        <p:txBody>
          <a:bodyPr>
            <a:noAutofit/>
          </a:bodyPr>
          <a:lstStyle>
            <a:lvl1pPr>
              <a:defRPr sz="5000" b="1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>
              <a:defRPr sz="5000" b="1"/>
            </a:lvl2pPr>
            <a:lvl3pPr>
              <a:defRPr sz="5000" b="1"/>
            </a:lvl3pPr>
            <a:lvl4pPr>
              <a:defRPr sz="5000" b="1"/>
            </a:lvl4pPr>
            <a:lvl5pPr>
              <a:defRPr sz="5000" b="1"/>
            </a:lvl5pPr>
          </a:lstStyle>
          <a:p>
            <a:pPr lvl="0"/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E485CB09-844D-904F-85A5-BB2AFEDBA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037899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xt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8" y="2461480"/>
            <a:ext cx="4595520" cy="2717800"/>
          </a:xfr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6"/>
            <a:ext cx="5758963" cy="577712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D505DD84-3AB6-8846-A315-20A1D68590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48728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xt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B70B12B-8EC8-A743-A48B-40F9957BD415}"/>
              </a:ext>
            </a:extLst>
          </p:cNvPr>
          <p:cNvSpPr/>
          <p:nvPr userDrawn="1"/>
        </p:nvSpPr>
        <p:spPr>
          <a:xfrm>
            <a:off x="5375275" y="549275"/>
            <a:ext cx="5764188" cy="57641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8" y="2461480"/>
            <a:ext cx="4595520" cy="2717800"/>
          </a:xfr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7"/>
            <a:ext cx="5746065" cy="57641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1802407-72B2-964E-B4A9-6250E65E73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834347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xt_Imagen_Redonda_Fondo_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5320545" cy="800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978" y="1745320"/>
            <a:ext cx="4595521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0977" y="2461480"/>
            <a:ext cx="4595521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5311256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80500" y="556106"/>
            <a:ext cx="5758963" cy="577712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Inserte imágen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770CF6B8-8544-A549-84E5-D504D346D2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1723972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_Con_Imagen_Cuadra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73" y="609644"/>
            <a:ext cx="3704934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359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358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761" y="366676"/>
            <a:ext cx="3704934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24A2D91-FE07-DD4B-8E90-1BD3F7A37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5775" y="549275"/>
            <a:ext cx="7379970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97F4A28-618B-D442-A382-B99307487F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697461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_Con_Imagenes_Cuadrad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092" y="609644"/>
            <a:ext cx="11251681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4381" y="366676"/>
            <a:ext cx="1125168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E166127-948E-434C-90AC-DEE04C3D91A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5938" y="1628776"/>
            <a:ext cx="5508626" cy="4679949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Imagen </a:t>
            </a:r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FD434FA2-08C3-B04D-956F-2D1EAED7F4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7438" y="1628775"/>
            <a:ext cx="5510442" cy="4679949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Imagen 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F526D8D0-1560-7947-8798-DAB6816951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985742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A_Texto_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3887112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549" y="1745320"/>
            <a:ext cx="3881226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47" y="2461480"/>
            <a:ext cx="3881225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" y="366676"/>
            <a:ext cx="3887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F014C1F-5DA6-BD48-8CB8-F7316AD404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03724" y="549239"/>
            <a:ext cx="3600451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5" name="Marcador de posición de imagen 9">
            <a:extLst>
              <a:ext uri="{FF2B5EF4-FFF2-40B4-BE49-F238E27FC236}">
                <a16:creationId xmlns:a16="http://schemas.microsoft.com/office/drawing/2014/main" id="{4DF4394C-AC73-B248-B9C9-EE57E9E5441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75612" y="549239"/>
            <a:ext cx="3600451" cy="575945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64326B59-DC1B-884E-BD3B-6335375322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4056708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A_Texto_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5" y="609644"/>
            <a:ext cx="3704934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5" name="Marcador de texto 12">
            <a:extLst>
              <a:ext uri="{FF2B5EF4-FFF2-40B4-BE49-F238E27FC236}">
                <a16:creationId xmlns:a16="http://schemas.microsoft.com/office/drawing/2014/main" id="{454ED348-BD25-CF4C-9349-D1A5F55BDC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551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550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Aliquam</a:t>
            </a:r>
            <a:r>
              <a:rPr lang="es-ES" dirty="0"/>
              <a:t> 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3" y="366676"/>
            <a:ext cx="3704934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AF014C1F-5DA6-BD48-8CB8-F7316AD404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10521" y="549275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D02795F5-6C12-834F-B019-D7809BB331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79439" y="549275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3" name="Marcador de posición de imagen 9">
            <a:extLst>
              <a:ext uri="{FF2B5EF4-FFF2-40B4-BE49-F238E27FC236}">
                <a16:creationId xmlns:a16="http://schemas.microsoft.com/office/drawing/2014/main" id="{2AC0C1AC-37D1-D940-8C55-C962846D9A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10521" y="3465741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C6F7ED5A-3746-7945-9845-224AFBD2E4B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79439" y="3465741"/>
            <a:ext cx="3695700" cy="284593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Imágen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49922441-6D6B-D444-BB01-FD35AF058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166761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_Imagen_Redo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11267399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6216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1429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0" name="Marcador de posición de imagen 16">
            <a:extLst>
              <a:ext uri="{FF2B5EF4-FFF2-40B4-BE49-F238E27FC236}">
                <a16:creationId xmlns:a16="http://schemas.microsoft.com/office/drawing/2014/main" id="{C9BE40AB-DD10-EA46-9CA3-54E8B95B7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89867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1" name="Marcador de posición de imagen 16">
            <a:extLst>
              <a:ext uri="{FF2B5EF4-FFF2-40B4-BE49-F238E27FC236}">
                <a16:creationId xmlns:a16="http://schemas.microsoft.com/office/drawing/2014/main" id="{FD619271-213E-D646-A710-71914F2B32C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88472" y="1629918"/>
            <a:ext cx="3240088" cy="325030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A7A33E1-C130-BD47-88FB-050C3920F6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1429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endParaRPr lang="es-ES" dirty="0"/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41FEAD28-B0C6-7045-ACB6-9220400C01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0028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3DC58B0B-28AC-3741-81D4-FCAC09C941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5241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89EEEAB2-D851-3C4A-AD34-0D6D4B6A1D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0478" y="5444414"/>
            <a:ext cx="3235301" cy="587225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A73ED5A7-EBB5-C74D-A8C8-D8B8868EC5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5691" y="4984893"/>
            <a:ext cx="3240088" cy="444500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endParaRPr lang="es-ES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791DDE1D-4495-FC40-8CAE-8A84E9BF83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517562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am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2" y="609644"/>
            <a:ext cx="11267401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06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A7A33E1-C130-BD47-88FB-050C3920F6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19" name="Marcador de posición de imagen 16">
            <a:extLst>
              <a:ext uri="{FF2B5EF4-FFF2-40B4-BE49-F238E27FC236}">
                <a16:creationId xmlns:a16="http://schemas.microsoft.com/office/drawing/2014/main" id="{631FA06F-BB94-1547-AA35-322C04EA3E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708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0" name="Marcador de posición de imagen 16">
            <a:extLst>
              <a:ext uri="{FF2B5EF4-FFF2-40B4-BE49-F238E27FC236}">
                <a16:creationId xmlns:a16="http://schemas.microsoft.com/office/drawing/2014/main" id="{FFB6F081-65FA-5444-B178-C8C515CA98B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64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1" name="Marcador de posición de imagen 16">
            <a:extLst>
              <a:ext uri="{FF2B5EF4-FFF2-40B4-BE49-F238E27FC236}">
                <a16:creationId xmlns:a16="http://schemas.microsoft.com/office/drawing/2014/main" id="{FFF32748-DA21-E849-B2DA-1EA06A2755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353595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36F7987-8FA3-1044-8541-C8D4C14E0B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51B502D4-B871-E749-985C-54A08220F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9742DBBF-AE43-A049-8432-89B2517310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57F86298-EE3F-E041-9C85-E6188E4F9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E83C6E39-64F2-6D47-A27E-18F5BBD66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892AF2E6-A462-6A4F-8764-EBCA98B4F2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00CA439B-A2E9-AB47-81AE-731F953664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3437583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am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7BF74AC2-6052-DE44-A2F8-685D64C198B3}"/>
              </a:ext>
            </a:extLst>
          </p:cNvPr>
          <p:cNvSpPr/>
          <p:nvPr userDrawn="1"/>
        </p:nvSpPr>
        <p:spPr>
          <a:xfrm>
            <a:off x="6953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2" y="609644"/>
            <a:ext cx="11267401" cy="800944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84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A7A33E1-C130-BD47-88FB-050C3920F6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36F7987-8FA3-1044-8541-C8D4C14E0B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51B502D4-B871-E749-985C-54A08220F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9742DBBF-AE43-A049-8432-89B2517310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57F86298-EE3F-E041-9C85-E6188E4F9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E83C6E39-64F2-6D47-A27E-18F5BBD66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78133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892AF2E6-A462-6A4F-8764-EBCA98B4F2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2FAA048-4B5D-4E46-AC16-7452B6E31003}"/>
              </a:ext>
            </a:extLst>
          </p:cNvPr>
          <p:cNvSpPr/>
          <p:nvPr userDrawn="1"/>
        </p:nvSpPr>
        <p:spPr>
          <a:xfrm>
            <a:off x="35782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Marcador de posición de imagen 16">
            <a:extLst>
              <a:ext uri="{FF2B5EF4-FFF2-40B4-BE49-F238E27FC236}">
                <a16:creationId xmlns:a16="http://schemas.microsoft.com/office/drawing/2014/main" id="{7738A7D9-3E3A-9B40-A1C7-8018C92133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5813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2301D21-EF7B-7C46-A309-9161F0D613A6}"/>
              </a:ext>
            </a:extLst>
          </p:cNvPr>
          <p:cNvSpPr/>
          <p:nvPr userDrawn="1"/>
        </p:nvSpPr>
        <p:spPr>
          <a:xfrm>
            <a:off x="646112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Marcador de posición de imagen 16">
            <a:extLst>
              <a:ext uri="{FF2B5EF4-FFF2-40B4-BE49-F238E27FC236}">
                <a16:creationId xmlns:a16="http://schemas.microsoft.com/office/drawing/2014/main" id="{8BDA6A37-0168-9148-B73A-E2361E04F37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6429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6BD6CA-9D28-324D-8CAC-1A48D712C4C0}"/>
              </a:ext>
            </a:extLst>
          </p:cNvPr>
          <p:cNvSpPr/>
          <p:nvPr userDrawn="1"/>
        </p:nvSpPr>
        <p:spPr>
          <a:xfrm>
            <a:off x="9337674" y="1989137"/>
            <a:ext cx="2160589" cy="21620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Marcador de posición de imagen 16">
            <a:extLst>
              <a:ext uri="{FF2B5EF4-FFF2-40B4-BE49-F238E27FC236}">
                <a16:creationId xmlns:a16="http://schemas.microsoft.com/office/drawing/2014/main" id="{BED1A7FE-CD5F-FB4C-A982-6E2C839CD34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40849" y="1989138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35" name="Marcador de texto 2">
            <a:extLst>
              <a:ext uri="{FF2B5EF4-FFF2-40B4-BE49-F238E27FC236}">
                <a16:creationId xmlns:a16="http://schemas.microsoft.com/office/drawing/2014/main" id="{6A1BD156-851D-AA43-AD36-3AC6C87568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3693687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am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C55805-7954-B24C-8EC6-5DE3A100F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Título 10">
            <a:extLst>
              <a:ext uri="{FF2B5EF4-FFF2-40B4-BE49-F238E27FC236}">
                <a16:creationId xmlns:a16="http://schemas.microsoft.com/office/drawing/2014/main" id="{49156FD3-0196-4F4F-9FDD-822A7DDF5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63" y="609644"/>
            <a:ext cx="11267400" cy="800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6" name="Marcador de texto 14">
            <a:extLst>
              <a:ext uri="{FF2B5EF4-FFF2-40B4-BE49-F238E27FC236}">
                <a16:creationId xmlns:a16="http://schemas.microsoft.com/office/drawing/2014/main" id="{6E6DC74C-4704-064C-9CF0-4BE6715AD4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978671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8" name="Marcador de texto 18">
            <a:extLst>
              <a:ext uri="{FF2B5EF4-FFF2-40B4-BE49-F238E27FC236}">
                <a16:creationId xmlns:a16="http://schemas.microsoft.com/office/drawing/2014/main" id="{F448B499-7374-5448-8658-87428B67CA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51" y="366676"/>
            <a:ext cx="1125811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posición de imagen 16">
            <a:extLst>
              <a:ext uri="{FF2B5EF4-FFF2-40B4-BE49-F238E27FC236}">
                <a16:creationId xmlns:a16="http://schemas.microsoft.com/office/drawing/2014/main" id="{5B4AB479-D2A3-0743-834C-177715CF0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06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AA7A33E1-C130-BD47-88FB-050C3920F6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662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19" name="Marcador de posición de imagen 16">
            <a:extLst>
              <a:ext uri="{FF2B5EF4-FFF2-40B4-BE49-F238E27FC236}">
                <a16:creationId xmlns:a16="http://schemas.microsoft.com/office/drawing/2014/main" id="{631FA06F-BB94-1547-AA35-322C04EA3E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708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0" name="Marcador de posición de imagen 16">
            <a:extLst>
              <a:ext uri="{FF2B5EF4-FFF2-40B4-BE49-F238E27FC236}">
                <a16:creationId xmlns:a16="http://schemas.microsoft.com/office/drawing/2014/main" id="{FFB6F081-65FA-5444-B178-C8C515CA98B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6462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1" name="Marcador de posición de imagen 16">
            <a:extLst>
              <a:ext uri="{FF2B5EF4-FFF2-40B4-BE49-F238E27FC236}">
                <a16:creationId xmlns:a16="http://schemas.microsoft.com/office/drawing/2014/main" id="{FFF32748-DA21-E849-B2DA-1EA06A2755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353595" y="1974883"/>
            <a:ext cx="2155251" cy="216204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s-ES" dirty="0"/>
              <a:t>Inserte imágen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36F7987-8FA3-1044-8541-C8D4C14E0B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6547" y="4978671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51B502D4-B871-E749-985C-54A08220F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1884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9742DBBF-AE43-A049-8432-89B2517310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57769" y="4978671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57F86298-EE3F-E041-9C85-E6188E4F90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3106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E83C6E39-64F2-6D47-A27E-18F5BBD66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8992" y="4978671"/>
            <a:ext cx="2160588" cy="497906"/>
          </a:xfr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Job </a:t>
            </a:r>
            <a:r>
              <a:rPr lang="es-ES" dirty="0" err="1"/>
              <a:t>Title</a:t>
            </a:r>
            <a:endParaRPr lang="es-ES" dirty="0"/>
          </a:p>
        </p:txBody>
      </p:sp>
      <p:sp>
        <p:nvSpPr>
          <p:cNvPr id="27" name="Marcador de texto 11">
            <a:extLst>
              <a:ext uri="{FF2B5EF4-FFF2-40B4-BE49-F238E27FC236}">
                <a16:creationId xmlns:a16="http://schemas.microsoft.com/office/drawing/2014/main" id="{892AF2E6-A462-6A4F-8764-EBCA98B4F2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4329" y="4245635"/>
            <a:ext cx="2155252" cy="735940"/>
          </a:xfrm>
        </p:spPr>
        <p:txBody>
          <a:bodyPr/>
          <a:lstStyle>
            <a:lvl1pPr algn="ctr">
              <a:spcBef>
                <a:spcPts val="700"/>
              </a:spcBef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Name</a:t>
            </a:r>
            <a:br>
              <a:rPr lang="es-ES" dirty="0"/>
            </a:br>
            <a:r>
              <a:rPr lang="es-ES" dirty="0" err="1"/>
              <a:t>Surname</a:t>
            </a:r>
            <a:endParaRPr lang="es-ES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B64CCC92-63D8-E34A-B1B1-C29FCBDE13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8120576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2349500"/>
            <a:ext cx="11160125" cy="3959224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71C8C16-3DD2-2844-8E50-82F8332E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434" y="1628775"/>
            <a:ext cx="11258627" cy="720725"/>
          </a:xfrm>
        </p:spPr>
        <p:txBody>
          <a:bodyPr/>
          <a:lstStyle>
            <a:lvl1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53ADC201-6CCF-7040-9003-2487F24AA2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8196481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3B45862-9E43-9940-8549-F0AC9E09F87A}"/>
              </a:ext>
            </a:extLst>
          </p:cNvPr>
          <p:cNvSpPr/>
          <p:nvPr userDrawn="1"/>
        </p:nvSpPr>
        <p:spPr>
          <a:xfrm>
            <a:off x="0" y="2994668"/>
            <a:ext cx="12192000" cy="3863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947" y="624929"/>
            <a:ext cx="11258113" cy="796466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947" y="366676"/>
            <a:ext cx="5678053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5938" y="2349500"/>
            <a:ext cx="11160125" cy="3959224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71C8C16-3DD2-2844-8E50-82F8332E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434" y="1628775"/>
            <a:ext cx="11258627" cy="720725"/>
          </a:xfrm>
        </p:spPr>
        <p:txBody>
          <a:bodyPr/>
          <a:lstStyle>
            <a:lvl1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FF1FDC2-D46E-6C49-A565-EC6FC1D2AF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2196311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5" y="624929"/>
            <a:ext cx="11260757" cy="796466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305" y="366676"/>
            <a:ext cx="11260757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B4CD203-08A3-8A41-91A8-F5F35405D2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6388" y="1632375"/>
            <a:ext cx="5040313" cy="2156988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3585285-DB0A-D049-AE19-C579B133D4D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5158" y="3874851"/>
            <a:ext cx="5031542" cy="2433874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35638" y="1634623"/>
            <a:ext cx="5940425" cy="4674102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680849D7-0063-AC44-AE00-A227F515A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8923864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7" y="624929"/>
            <a:ext cx="3701531" cy="796466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307" y="366676"/>
            <a:ext cx="3701531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95776" y="366676"/>
            <a:ext cx="7380288" cy="5942049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0219CFF6-032A-B24B-AD2A-9A4901E3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905" y="1745320"/>
            <a:ext cx="3704934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3EB82D3A-BC4F-5644-800A-065972C4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904" y="2461480"/>
            <a:ext cx="3704934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</a:p>
          <a:p>
            <a:pPr lvl="0"/>
            <a:r>
              <a:rPr lang="es-ES" dirty="0"/>
              <a:t>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9E55FAA0-F851-A34F-A62C-AE1C1C2656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29503634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DFCA-C394-CD48-A34B-7A3A8B8F5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306" y="624929"/>
            <a:ext cx="5150682" cy="796466"/>
          </a:xfrm>
        </p:spPr>
        <p:txBody>
          <a:bodyPr/>
          <a:lstStyle/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Title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Max 2 </a:t>
            </a:r>
            <a:r>
              <a:rPr lang="es-ES" dirty="0" err="1"/>
              <a:t>lines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67D84B-3C2F-A449-9FF6-0DACB6AD0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" name="Marcador de texto 18">
            <a:extLst>
              <a:ext uri="{FF2B5EF4-FFF2-40B4-BE49-F238E27FC236}">
                <a16:creationId xmlns:a16="http://schemas.microsoft.com/office/drawing/2014/main" id="{58C7B2E6-ED3A-4A47-9913-9BFCFA5E78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306" y="366676"/>
            <a:ext cx="5150682" cy="198438"/>
          </a:xfrm>
        </p:spPr>
        <p:txBody>
          <a:bodyPr>
            <a:noAutofit/>
          </a:bodyPr>
          <a:lstStyle>
            <a:lvl1pPr marL="0" indent="0">
              <a:buNone/>
              <a:defRPr sz="1300" b="1" cap="all" baseline="0"/>
            </a:lvl1pPr>
          </a:lstStyle>
          <a:p>
            <a:pPr lvl="0"/>
            <a:r>
              <a:rPr lang="es-ES" dirty="0"/>
              <a:t>INSERT SUBHEADING</a:t>
            </a:r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1AEDF02D-D8D9-0047-A619-24D0065C67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15144" y="1554855"/>
            <a:ext cx="7561262" cy="4673135"/>
          </a:xfrm>
        </p:spPr>
        <p:txBody>
          <a:bodyPr/>
          <a:lstStyle/>
          <a:p>
            <a:pPr lvl="0"/>
            <a:r>
              <a:rPr lang="es-ES" dirty="0"/>
              <a:t>Objeto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0219CFF6-032A-B24B-AD2A-9A4901E34F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7199" y="1561007"/>
            <a:ext cx="3569657" cy="6036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subhead</a:t>
            </a:r>
            <a:r>
              <a:rPr lang="es-ES" dirty="0"/>
              <a:t> (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3EB82D3A-BC4F-5644-800A-065972C4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07198" y="2277167"/>
            <a:ext cx="3569657" cy="271780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. </a:t>
            </a:r>
            <a:r>
              <a:rPr lang="es-ES" dirty="0" err="1"/>
              <a:t>Hasellus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,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interdum</a:t>
            </a:r>
            <a:r>
              <a:rPr lang="es-ES" dirty="0"/>
              <a:t> id,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:</a:t>
            </a:r>
          </a:p>
          <a:p>
            <a:pPr lvl="0"/>
            <a:r>
              <a:rPr lang="es-ES" dirty="0"/>
              <a:t>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                 • </a:t>
            </a: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here</a:t>
            </a:r>
            <a:br>
              <a:rPr lang="es-ES" dirty="0"/>
            </a:br>
            <a:r>
              <a:rPr lang="es-ES" dirty="0"/>
              <a:t>	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64E4008-824B-7441-B2C4-EB899FC5FE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04471" y="303607"/>
            <a:ext cx="2125662" cy="288925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2102046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o_Azul_Logo_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00DCAC73-46A0-4F44-878E-B326B1156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2349500"/>
            <a:ext cx="2158999" cy="2159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9" name="Marcador de posición de imagen 6">
            <a:extLst>
              <a:ext uri="{FF2B5EF4-FFF2-40B4-BE49-F238E27FC236}">
                <a16:creationId xmlns:a16="http://schemas.microsoft.com/office/drawing/2014/main" id="{80A30C94-9398-024F-8F1F-0723B72502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6500" y="5949950"/>
            <a:ext cx="2159000" cy="719138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8781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o_Azul_Logo_Blanc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E3460972-5B7A-EE4F-AACD-C4DB498A372B}"/>
              </a:ext>
            </a:extLst>
          </p:cNvPr>
          <p:cNvSpPr txBox="1"/>
          <p:nvPr userDrawn="1"/>
        </p:nvSpPr>
        <p:spPr bwMode="auto">
          <a:xfrm>
            <a:off x="3159224" y="1700808"/>
            <a:ext cx="2517958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s-ES" sz="1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INTERNO:</a:t>
            </a:r>
            <a:b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defecto la información que manejamos como empleados es de uso interno, debe mantenerse en el ámbito interno de la empresa salvo que se comparta con proveedores o partners previo compromiso de confidencialidad. </a:t>
            </a:r>
            <a:b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14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35EBD96E-5F00-5545-BFD7-7EC773D4B74E}"/>
              </a:ext>
            </a:extLst>
          </p:cNvPr>
          <p:cNvSpPr txBox="1"/>
          <p:nvPr userDrawn="1"/>
        </p:nvSpPr>
        <p:spPr bwMode="auto">
          <a:xfrm>
            <a:off x="5889823" y="1700809"/>
            <a:ext cx="248951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s-ES" sz="1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INTERNO RESTRINGIDO:</a:t>
            </a:r>
            <a:b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sensible que NO puede ser accesible por toda la empresa, sino sólo por un departamento concreto, un comité o los miembros de un proyecto. 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B9287478-FEE7-7A40-8700-A9157F0B3156}"/>
              </a:ext>
            </a:extLst>
          </p:cNvPr>
          <p:cNvSpPr txBox="1"/>
          <p:nvPr userDrawn="1"/>
        </p:nvSpPr>
        <p:spPr bwMode="auto">
          <a:xfrm>
            <a:off x="8591974" y="1722716"/>
            <a:ext cx="247257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>
              <a:buFontTx/>
              <a:buNone/>
            </a:pPr>
            <a:r>
              <a:rPr lang="es-ES" sz="1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INTERNO RESERVADO:</a:t>
            </a:r>
            <a:br>
              <a:rPr lang="es-ES" sz="1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muy sensible (estrategia, datos financieros, oportunidades de negocio…) que únicamente es accesible por personas designadas nominalmente.</a:t>
            </a:r>
            <a:endParaRPr lang="en-US" sz="14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9B0C01CB-C20D-1B44-A48D-16393FA76DA6}"/>
              </a:ext>
            </a:extLst>
          </p:cNvPr>
          <p:cNvSpPr txBox="1"/>
          <p:nvPr userDrawn="1"/>
        </p:nvSpPr>
        <p:spPr bwMode="auto">
          <a:xfrm>
            <a:off x="428625" y="5468142"/>
            <a:ext cx="8043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s-ES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favor, rellene el uso que considere en el espacio reservado dentro de la presentación como “inserte tipo uso seguridad” ubicado en la parte superior derecha de la diapositiva.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s-ES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s-ES" sz="10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las diapositivas deberán de ir clasificadas </a:t>
            </a:r>
            <a:r>
              <a:rPr lang="es-ES" sz="10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incluida la portada, índices, etc.</a:t>
            </a:r>
          </a:p>
        </p:txBody>
      </p:sp>
      <p:grpSp>
        <p:nvGrpSpPr>
          <p:cNvPr id="10" name="Group 24">
            <a:extLst>
              <a:ext uri="{FF2B5EF4-FFF2-40B4-BE49-F238E27FC236}">
                <a16:creationId xmlns:a16="http://schemas.microsoft.com/office/drawing/2014/main" id="{8D6822BA-61A2-8842-A852-39FD1A195B4E}"/>
              </a:ext>
            </a:extLst>
          </p:cNvPr>
          <p:cNvGrpSpPr/>
          <p:nvPr userDrawn="1"/>
        </p:nvGrpSpPr>
        <p:grpSpPr>
          <a:xfrm>
            <a:off x="10814858" y="397424"/>
            <a:ext cx="1133302" cy="5479847"/>
            <a:chOff x="10814858" y="250209"/>
            <a:chExt cx="1133302" cy="4086661"/>
          </a:xfrm>
        </p:grpSpPr>
        <p:cxnSp>
          <p:nvCxnSpPr>
            <p:cNvPr id="11" name="Straight Connector 5">
              <a:extLst>
                <a:ext uri="{FF2B5EF4-FFF2-40B4-BE49-F238E27FC236}">
                  <a16:creationId xmlns:a16="http://schemas.microsoft.com/office/drawing/2014/main" id="{9C846DE3-131B-C841-9F40-F7972C2BDD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14858" y="4336869"/>
              <a:ext cx="1133302" cy="0"/>
            </a:xfrm>
            <a:prstGeom prst="line">
              <a:avLst/>
            </a:prstGeom>
            <a:ln w="9525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8">
              <a:extLst>
                <a:ext uri="{FF2B5EF4-FFF2-40B4-BE49-F238E27FC236}">
                  <a16:creationId xmlns:a16="http://schemas.microsoft.com/office/drawing/2014/main" id="{E8BE2165-60F4-D140-A624-9D8D4611A92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948160" y="250209"/>
              <a:ext cx="0" cy="4086661"/>
            </a:xfrm>
            <a:prstGeom prst="line">
              <a:avLst/>
            </a:prstGeom>
            <a:ln w="9525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22">
              <a:extLst>
                <a:ext uri="{FF2B5EF4-FFF2-40B4-BE49-F238E27FC236}">
                  <a16:creationId xmlns:a16="http://schemas.microsoft.com/office/drawing/2014/main" id="{39BF3E03-8D26-EE47-A705-C120F1802A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57038" y="250209"/>
              <a:ext cx="91122" cy="0"/>
            </a:xfrm>
            <a:prstGeom prst="line">
              <a:avLst/>
            </a:prstGeom>
            <a:ln w="9525">
              <a:solidFill>
                <a:schemeClr val="accent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">
            <a:extLst>
              <a:ext uri="{FF2B5EF4-FFF2-40B4-BE49-F238E27FC236}">
                <a16:creationId xmlns:a16="http://schemas.microsoft.com/office/drawing/2014/main" id="{536B6B95-80E3-B848-B7F9-FB60E7AA64A3}"/>
              </a:ext>
            </a:extLst>
          </p:cNvPr>
          <p:cNvSpPr txBox="1"/>
          <p:nvPr userDrawn="1"/>
        </p:nvSpPr>
        <p:spPr bwMode="auto">
          <a:xfrm>
            <a:off x="428625" y="1700808"/>
            <a:ext cx="251795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es-ES" sz="14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USO PÚBLICO:</a:t>
            </a:r>
            <a:b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400" b="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 cuya divulgación no afecte a la empresa en términos de pérdida de imagen.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s-ES" sz="14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3CB85DA9-ABBC-844A-A2C9-4755E30191DD}"/>
              </a:ext>
            </a:extLst>
          </p:cNvPr>
          <p:cNvSpPr txBox="1"/>
          <p:nvPr userDrawn="1"/>
        </p:nvSpPr>
        <p:spPr bwMode="auto">
          <a:xfrm>
            <a:off x="428625" y="332656"/>
            <a:ext cx="16349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>
            <a:spAutoFit/>
          </a:bodyPr>
          <a:lstStyle/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s-ES" sz="3200" b="1" i="0" kern="1200" dirty="0">
                <a:solidFill>
                  <a:schemeClr val="accent5"/>
                </a:solidFill>
                <a:latin typeface="+mj-lt"/>
                <a:cs typeface="Arial" panose="020B0604020202020204" pitchFamily="34" charset="0"/>
              </a:rPr>
              <a:t>AVISO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EACF503D-7FDC-A741-BD22-5539A14D3796}"/>
              </a:ext>
            </a:extLst>
          </p:cNvPr>
          <p:cNvSpPr txBox="1"/>
          <p:nvPr userDrawn="1"/>
        </p:nvSpPr>
        <p:spPr bwMode="auto">
          <a:xfrm>
            <a:off x="428625" y="977286"/>
            <a:ext cx="948379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numCol="1" spcCol="360000" rtlCol="0" anchor="ctr">
            <a:spAutoFit/>
          </a:bodyPr>
          <a:lstStyle/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s-ES" altLang="es-ES" sz="10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 razones de seguridad y protección de nuestra información corporativa es OBLIGATORIO clasificar los documentos en:</a:t>
            </a:r>
            <a:endParaRPr lang="es-ES" sz="1000" b="0" i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D2CF8868-411F-1345-AB2B-2E5F8FD4692E}"/>
              </a:ext>
            </a:extLst>
          </p:cNvPr>
          <p:cNvSpPr/>
          <p:nvPr userDrawn="1"/>
        </p:nvSpPr>
        <p:spPr>
          <a:xfrm>
            <a:off x="428625" y="5239924"/>
            <a:ext cx="10327892" cy="1213412"/>
          </a:xfrm>
          <a:prstGeom prst="rect">
            <a:avLst/>
          </a:prstGeom>
          <a:ln w="952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8B3174F0-4A74-0342-BBCC-36A9C42638F9}"/>
              </a:ext>
            </a:extLst>
          </p:cNvPr>
          <p:cNvSpPr/>
          <p:nvPr userDrawn="1"/>
        </p:nvSpPr>
        <p:spPr>
          <a:xfrm>
            <a:off x="9550119" y="195234"/>
            <a:ext cx="2306919" cy="450421"/>
          </a:xfrm>
          <a:prstGeom prst="rect">
            <a:avLst/>
          </a:prstGeom>
          <a:ln w="952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CDE6BE-24AF-6441-BCB6-4FE1510A75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04471" y="296112"/>
            <a:ext cx="2125662" cy="288925"/>
          </a:xfrm>
        </p:spPr>
        <p:txBody>
          <a:bodyPr>
            <a:noAutofit/>
          </a:bodyPr>
          <a:lstStyle>
            <a:lvl1pPr>
              <a:defRPr sz="1050" b="1"/>
            </a:lvl1pPr>
          </a:lstStyle>
          <a:p>
            <a:pPr lvl="0"/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381314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33" y="1541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</a:t>
            </a:r>
            <a:r>
              <a:rPr lang="es-ES" dirty="0" err="1"/>
              <a:t>patrónz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50" y="33897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9203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7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7" pos="3840">
          <p15:clr>
            <a:srgbClr val="F26B43"/>
          </p15:clr>
        </p15:guide>
        <p15:guide id="8" pos="3613">
          <p15:clr>
            <a:srgbClr val="F26B43"/>
          </p15:clr>
        </p15:guide>
        <p15:guide id="9" pos="3386">
          <p15:clr>
            <a:srgbClr val="F26B43"/>
          </p15:clr>
        </p15:guide>
        <p15:guide id="10" pos="3160">
          <p15:clr>
            <a:srgbClr val="F26B43"/>
          </p15:clr>
        </p15:guide>
        <p15:guide id="11" pos="2933">
          <p15:clr>
            <a:srgbClr val="F26B43"/>
          </p15:clr>
        </p15:guide>
        <p15:guide id="12" pos="2706">
          <p15:clr>
            <a:srgbClr val="F26B43"/>
          </p15:clr>
        </p15:guide>
        <p15:guide id="13" pos="2479">
          <p15:clr>
            <a:srgbClr val="F26B43"/>
          </p15:clr>
        </p15:guide>
        <p15:guide id="14" pos="2252">
          <p15:clr>
            <a:srgbClr val="F26B43"/>
          </p15:clr>
        </p15:guide>
        <p15:guide id="15" pos="2026">
          <p15:clr>
            <a:srgbClr val="F26B43"/>
          </p15:clr>
        </p15:guide>
        <p15:guide id="16" pos="1572">
          <p15:clr>
            <a:srgbClr val="F26B43"/>
          </p15:clr>
        </p15:guide>
        <p15:guide id="17" pos="1345">
          <p15:clr>
            <a:srgbClr val="F26B43"/>
          </p15:clr>
        </p15:guide>
        <p15:guide id="18" pos="1799">
          <p15:clr>
            <a:srgbClr val="F26B43"/>
          </p15:clr>
        </p15:guide>
        <p15:guide id="19" pos="1118">
          <p15:clr>
            <a:srgbClr val="F26B43"/>
          </p15:clr>
        </p15:guide>
        <p15:guide id="20" pos="892">
          <p15:clr>
            <a:srgbClr val="F26B43"/>
          </p15:clr>
        </p15:guide>
        <p15:guide id="21" pos="665">
          <p15:clr>
            <a:srgbClr val="F26B43"/>
          </p15:clr>
        </p15:guide>
        <p15:guide id="22" pos="438">
          <p15:clr>
            <a:srgbClr val="F26B43"/>
          </p15:clr>
        </p15:guide>
        <p15:guide id="23" pos="211">
          <p15:clr>
            <a:srgbClr val="F26B43"/>
          </p15:clr>
        </p15:guide>
        <p15:guide id="24" pos="4067">
          <p15:clr>
            <a:srgbClr val="F26B43"/>
          </p15:clr>
        </p15:guide>
        <p15:guide id="25" pos="4294">
          <p15:clr>
            <a:srgbClr val="F26B43"/>
          </p15:clr>
        </p15:guide>
        <p15:guide id="26" pos="4520">
          <p15:clr>
            <a:srgbClr val="F26B43"/>
          </p15:clr>
        </p15:guide>
        <p15:guide id="27" pos="4747">
          <p15:clr>
            <a:srgbClr val="F26B43"/>
          </p15:clr>
        </p15:guide>
        <p15:guide id="28" pos="4974">
          <p15:clr>
            <a:srgbClr val="F26B43"/>
          </p15:clr>
        </p15:guide>
        <p15:guide id="29" pos="5201">
          <p15:clr>
            <a:srgbClr val="F26B43"/>
          </p15:clr>
        </p15:guide>
        <p15:guide id="30" pos="5428">
          <p15:clr>
            <a:srgbClr val="F26B43"/>
          </p15:clr>
        </p15:guide>
        <p15:guide id="31" pos="5654">
          <p15:clr>
            <a:srgbClr val="F26B43"/>
          </p15:clr>
        </p15:guide>
        <p15:guide id="32" pos="5881">
          <p15:clr>
            <a:srgbClr val="F26B43"/>
          </p15:clr>
        </p15:guide>
        <p15:guide id="33" pos="6108">
          <p15:clr>
            <a:srgbClr val="F26B43"/>
          </p15:clr>
        </p15:guide>
        <p15:guide id="34" pos="6335">
          <p15:clr>
            <a:srgbClr val="F26B43"/>
          </p15:clr>
        </p15:guide>
        <p15:guide id="35" pos="6562">
          <p15:clr>
            <a:srgbClr val="F26B43"/>
          </p15:clr>
        </p15:guide>
        <p15:guide id="36" pos="6788">
          <p15:clr>
            <a:srgbClr val="F26B43"/>
          </p15:clr>
        </p15:guide>
        <p15:guide id="37" pos="7015">
          <p15:clr>
            <a:srgbClr val="F26B43"/>
          </p15:clr>
        </p15:guide>
        <p15:guide id="38" pos="7242">
          <p15:clr>
            <a:srgbClr val="F26B43"/>
          </p15:clr>
        </p15:guide>
        <p15:guide id="39" pos="7469">
          <p15:clr>
            <a:srgbClr val="F26B43"/>
          </p15:clr>
        </p15:guide>
        <p15:guide id="40" orient="horz" pos="1933">
          <p15:clr>
            <a:srgbClr val="F26B43"/>
          </p15:clr>
        </p15:guide>
        <p15:guide id="41" orient="horz" pos="1706">
          <p15:clr>
            <a:srgbClr val="F26B43"/>
          </p15:clr>
        </p15:guide>
        <p15:guide id="42" orient="horz" pos="1480">
          <p15:clr>
            <a:srgbClr val="F26B43"/>
          </p15:clr>
        </p15:guide>
        <p15:guide id="43" orient="horz" pos="1253">
          <p15:clr>
            <a:srgbClr val="F26B43"/>
          </p15:clr>
        </p15:guide>
        <p15:guide id="44" orient="horz" pos="1026">
          <p15:clr>
            <a:srgbClr val="F26B43"/>
          </p15:clr>
        </p15:guide>
        <p15:guide id="45" orient="horz" pos="799">
          <p15:clr>
            <a:srgbClr val="F26B43"/>
          </p15:clr>
        </p15:guide>
        <p15:guide id="46" orient="horz" pos="572">
          <p15:clr>
            <a:srgbClr val="F26B43"/>
          </p15:clr>
        </p15:guide>
        <p15:guide id="47" orient="horz" pos="346">
          <p15:clr>
            <a:srgbClr val="F26B43"/>
          </p15:clr>
        </p15:guide>
        <p15:guide id="48" orient="horz" pos="119">
          <p15:clr>
            <a:srgbClr val="F26B43"/>
          </p15:clr>
        </p15:guide>
        <p15:guide id="49" orient="horz" pos="2387">
          <p15:clr>
            <a:srgbClr val="F26B43"/>
          </p15:clr>
        </p15:guide>
        <p15:guide id="50" orient="horz" pos="2614">
          <p15:clr>
            <a:srgbClr val="F26B43"/>
          </p15:clr>
        </p15:guide>
        <p15:guide id="51" orient="horz" pos="2840">
          <p15:clr>
            <a:srgbClr val="F26B43"/>
          </p15:clr>
        </p15:guide>
        <p15:guide id="52" orient="horz" pos="3067">
          <p15:clr>
            <a:srgbClr val="F26B43"/>
          </p15:clr>
        </p15:guide>
        <p15:guide id="53" orient="horz" pos="3294">
          <p15:clr>
            <a:srgbClr val="F26B43"/>
          </p15:clr>
        </p15:guide>
        <p15:guide id="54" orient="horz" pos="3521">
          <p15:clr>
            <a:srgbClr val="F26B43"/>
          </p15:clr>
        </p15:guide>
        <p15:guide id="55" orient="horz" pos="3748">
          <p15:clr>
            <a:srgbClr val="F26B43"/>
          </p15:clr>
        </p15:guide>
        <p15:guide id="56" orient="horz" pos="3974">
          <p15:clr>
            <a:srgbClr val="F26B43"/>
          </p15:clr>
        </p15:guide>
        <p15:guide id="57" orient="horz" pos="4201">
          <p15:clr>
            <a:srgbClr val="F26B43"/>
          </p15:clr>
        </p15:guide>
        <p15:guide id="58" pos="325">
          <p15:clr>
            <a:srgbClr val="F26B43"/>
          </p15:clr>
        </p15:guide>
        <p15:guide id="59" pos="7355">
          <p15:clr>
            <a:srgbClr val="F26B43"/>
          </p15:clr>
        </p15:guide>
        <p15:guide id="60" orient="horz" pos="4110">
          <p15:clr>
            <a:srgbClr val="F26B43"/>
          </p15:clr>
        </p15:guide>
        <p15:guide id="61" orient="horz" pos="2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1" y="1541723"/>
            <a:ext cx="10515600" cy="517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58" y="3389715"/>
            <a:ext cx="10515600" cy="9068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60175F2-62CF-E54F-A682-F6FBAA3D9FE1}"/>
              </a:ext>
            </a:extLst>
          </p:cNvPr>
          <p:cNvSpPr txBox="1">
            <a:spLocks/>
          </p:cNvSpPr>
          <p:nvPr userDrawn="1"/>
        </p:nvSpPr>
        <p:spPr>
          <a:xfrm>
            <a:off x="9704471" y="296112"/>
            <a:ext cx="2125662" cy="288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50" b="1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300" kern="1200" cap="all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USO INTERNO RESTRINGIDO</a:t>
            </a:r>
          </a:p>
        </p:txBody>
      </p:sp>
    </p:spTree>
    <p:extLst>
      <p:ext uri="{BB962C8B-B14F-4D97-AF65-F5344CB8AC3E}">
        <p14:creationId xmlns:p14="http://schemas.microsoft.com/office/powerpoint/2010/main" val="338637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 baseline="0">
          <a:solidFill>
            <a:schemeClr val="tx1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300" kern="1200" cap="all" baseline="0">
          <a:solidFill>
            <a:schemeClr val="tx1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cap="all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613" userDrawn="1">
          <p15:clr>
            <a:srgbClr val="F26B43"/>
          </p15:clr>
        </p15:guide>
        <p15:guide id="9" pos="3386" userDrawn="1">
          <p15:clr>
            <a:srgbClr val="F26B43"/>
          </p15:clr>
        </p15:guide>
        <p15:guide id="10" pos="3160" userDrawn="1">
          <p15:clr>
            <a:srgbClr val="F26B43"/>
          </p15:clr>
        </p15:guide>
        <p15:guide id="11" pos="2933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2479" userDrawn="1">
          <p15:clr>
            <a:srgbClr val="F26B43"/>
          </p15:clr>
        </p15:guide>
        <p15:guide id="14" pos="2252" userDrawn="1">
          <p15:clr>
            <a:srgbClr val="F26B43"/>
          </p15:clr>
        </p15:guide>
        <p15:guide id="15" pos="2026" userDrawn="1">
          <p15:clr>
            <a:srgbClr val="F26B43"/>
          </p15:clr>
        </p15:guide>
        <p15:guide id="16" pos="1572" userDrawn="1">
          <p15:clr>
            <a:srgbClr val="F26B43"/>
          </p15:clr>
        </p15:guide>
        <p15:guide id="17" pos="1345" userDrawn="1">
          <p15:clr>
            <a:srgbClr val="F26B43"/>
          </p15:clr>
        </p15:guide>
        <p15:guide id="18" pos="1799" userDrawn="1">
          <p15:clr>
            <a:srgbClr val="F26B43"/>
          </p15:clr>
        </p15:guide>
        <p15:guide id="19" pos="1118" userDrawn="1">
          <p15:clr>
            <a:srgbClr val="F26B43"/>
          </p15:clr>
        </p15:guide>
        <p15:guide id="20" pos="892" userDrawn="1">
          <p15:clr>
            <a:srgbClr val="F26B43"/>
          </p15:clr>
        </p15:guide>
        <p15:guide id="21" pos="665" userDrawn="1">
          <p15:clr>
            <a:srgbClr val="F26B43"/>
          </p15:clr>
        </p15:guide>
        <p15:guide id="22" pos="438" userDrawn="1">
          <p15:clr>
            <a:srgbClr val="F26B43"/>
          </p15:clr>
        </p15:guide>
        <p15:guide id="23" pos="211" userDrawn="1">
          <p15:clr>
            <a:srgbClr val="F26B43"/>
          </p15:clr>
        </p15:guide>
        <p15:guide id="24" pos="4067" userDrawn="1">
          <p15:clr>
            <a:srgbClr val="F26B43"/>
          </p15:clr>
        </p15:guide>
        <p15:guide id="25" pos="4294" userDrawn="1">
          <p15:clr>
            <a:srgbClr val="F26B43"/>
          </p15:clr>
        </p15:guide>
        <p15:guide id="26" pos="4520" userDrawn="1">
          <p15:clr>
            <a:srgbClr val="F26B43"/>
          </p15:clr>
        </p15:guide>
        <p15:guide id="27" pos="4747" userDrawn="1">
          <p15:clr>
            <a:srgbClr val="F26B43"/>
          </p15:clr>
        </p15:guide>
        <p15:guide id="28" pos="4974" userDrawn="1">
          <p15:clr>
            <a:srgbClr val="F26B43"/>
          </p15:clr>
        </p15:guide>
        <p15:guide id="29" pos="5201" userDrawn="1">
          <p15:clr>
            <a:srgbClr val="F26B43"/>
          </p15:clr>
        </p15:guide>
        <p15:guide id="30" pos="5428" userDrawn="1">
          <p15:clr>
            <a:srgbClr val="F26B43"/>
          </p15:clr>
        </p15:guide>
        <p15:guide id="31" pos="5654" userDrawn="1">
          <p15:clr>
            <a:srgbClr val="F26B43"/>
          </p15:clr>
        </p15:guide>
        <p15:guide id="32" pos="5881" userDrawn="1">
          <p15:clr>
            <a:srgbClr val="F26B43"/>
          </p15:clr>
        </p15:guide>
        <p15:guide id="33" pos="6108" userDrawn="1">
          <p15:clr>
            <a:srgbClr val="F26B43"/>
          </p15:clr>
        </p15:guide>
        <p15:guide id="34" pos="6335" userDrawn="1">
          <p15:clr>
            <a:srgbClr val="F26B43"/>
          </p15:clr>
        </p15:guide>
        <p15:guide id="35" pos="6562" userDrawn="1">
          <p15:clr>
            <a:srgbClr val="F26B43"/>
          </p15:clr>
        </p15:guide>
        <p15:guide id="36" pos="6788" userDrawn="1">
          <p15:clr>
            <a:srgbClr val="F26B43"/>
          </p15:clr>
        </p15:guide>
        <p15:guide id="37" pos="7015" userDrawn="1">
          <p15:clr>
            <a:srgbClr val="F26B43"/>
          </p15:clr>
        </p15:guide>
        <p15:guide id="38" pos="7242" userDrawn="1">
          <p15:clr>
            <a:srgbClr val="F26B43"/>
          </p15:clr>
        </p15:guide>
        <p15:guide id="39" pos="7469" userDrawn="1">
          <p15:clr>
            <a:srgbClr val="F26B43"/>
          </p15:clr>
        </p15:guide>
        <p15:guide id="40" orient="horz" pos="1933" userDrawn="1">
          <p15:clr>
            <a:srgbClr val="F26B43"/>
          </p15:clr>
        </p15:guide>
        <p15:guide id="41" orient="horz" pos="1706" userDrawn="1">
          <p15:clr>
            <a:srgbClr val="F26B43"/>
          </p15:clr>
        </p15:guide>
        <p15:guide id="42" orient="horz" pos="1480" userDrawn="1">
          <p15:clr>
            <a:srgbClr val="F26B43"/>
          </p15:clr>
        </p15:guide>
        <p15:guide id="43" orient="horz" pos="1253" userDrawn="1">
          <p15:clr>
            <a:srgbClr val="F26B43"/>
          </p15:clr>
        </p15:guide>
        <p15:guide id="44" orient="horz" pos="1026" userDrawn="1">
          <p15:clr>
            <a:srgbClr val="F26B43"/>
          </p15:clr>
        </p15:guide>
        <p15:guide id="45" orient="horz" pos="799" userDrawn="1">
          <p15:clr>
            <a:srgbClr val="F26B43"/>
          </p15:clr>
        </p15:guide>
        <p15:guide id="46" orient="horz" pos="572" userDrawn="1">
          <p15:clr>
            <a:srgbClr val="F26B43"/>
          </p15:clr>
        </p15:guide>
        <p15:guide id="47" orient="horz" pos="346" userDrawn="1">
          <p15:clr>
            <a:srgbClr val="F26B43"/>
          </p15:clr>
        </p15:guide>
        <p15:guide id="48" orient="horz" pos="119" userDrawn="1">
          <p15:clr>
            <a:srgbClr val="F26B43"/>
          </p15:clr>
        </p15:guide>
        <p15:guide id="49" orient="horz" pos="2387" userDrawn="1">
          <p15:clr>
            <a:srgbClr val="F26B43"/>
          </p15:clr>
        </p15:guide>
        <p15:guide id="50" orient="horz" pos="2614" userDrawn="1">
          <p15:clr>
            <a:srgbClr val="F26B43"/>
          </p15:clr>
        </p15:guide>
        <p15:guide id="51" orient="horz" pos="2840" userDrawn="1">
          <p15:clr>
            <a:srgbClr val="F26B43"/>
          </p15:clr>
        </p15:guide>
        <p15:guide id="52" orient="horz" pos="3067" userDrawn="1">
          <p15:clr>
            <a:srgbClr val="F26B43"/>
          </p15:clr>
        </p15:guide>
        <p15:guide id="53" orient="horz" pos="3294" userDrawn="1">
          <p15:clr>
            <a:srgbClr val="F26B43"/>
          </p15:clr>
        </p15:guide>
        <p15:guide id="54" orient="horz" pos="3521" userDrawn="1">
          <p15:clr>
            <a:srgbClr val="F26B43"/>
          </p15:clr>
        </p15:guide>
        <p15:guide id="55" orient="horz" pos="3748" userDrawn="1">
          <p15:clr>
            <a:srgbClr val="F26B43"/>
          </p15:clr>
        </p15:guide>
        <p15:guide id="56" orient="horz" pos="3974" userDrawn="1">
          <p15:clr>
            <a:srgbClr val="F26B43"/>
          </p15:clr>
        </p15:guide>
        <p15:guide id="57" orient="horz" pos="4201" userDrawn="1">
          <p15:clr>
            <a:srgbClr val="F26B43"/>
          </p15:clr>
        </p15:guide>
        <p15:guide id="58" pos="325" userDrawn="1">
          <p15:clr>
            <a:srgbClr val="F26B43"/>
          </p15:clr>
        </p15:guide>
        <p15:guide id="59" pos="7355" userDrawn="1">
          <p15:clr>
            <a:srgbClr val="F26B43"/>
          </p15:clr>
        </p15:guide>
        <p15:guide id="60" orient="horz" pos="408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3" y="1541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</a:t>
            </a:r>
            <a:r>
              <a:rPr lang="es-ES" dirty="0" err="1"/>
              <a:t>patrónz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00" y="3389715"/>
            <a:ext cx="10515600" cy="2180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1733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3" r:id="rId3"/>
    <p:sldLayoutId id="2147483660" r:id="rId4"/>
    <p:sldLayoutId id="2147483661" r:id="rId5"/>
    <p:sldLayoutId id="214748366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613" userDrawn="1">
          <p15:clr>
            <a:srgbClr val="F26B43"/>
          </p15:clr>
        </p15:guide>
        <p15:guide id="9" pos="3386" userDrawn="1">
          <p15:clr>
            <a:srgbClr val="F26B43"/>
          </p15:clr>
        </p15:guide>
        <p15:guide id="10" pos="3160" userDrawn="1">
          <p15:clr>
            <a:srgbClr val="F26B43"/>
          </p15:clr>
        </p15:guide>
        <p15:guide id="11" pos="2933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2479" userDrawn="1">
          <p15:clr>
            <a:srgbClr val="F26B43"/>
          </p15:clr>
        </p15:guide>
        <p15:guide id="14" pos="2252" userDrawn="1">
          <p15:clr>
            <a:srgbClr val="F26B43"/>
          </p15:clr>
        </p15:guide>
        <p15:guide id="15" pos="2026" userDrawn="1">
          <p15:clr>
            <a:srgbClr val="F26B43"/>
          </p15:clr>
        </p15:guide>
        <p15:guide id="16" pos="1572" userDrawn="1">
          <p15:clr>
            <a:srgbClr val="F26B43"/>
          </p15:clr>
        </p15:guide>
        <p15:guide id="17" pos="1345" userDrawn="1">
          <p15:clr>
            <a:srgbClr val="F26B43"/>
          </p15:clr>
        </p15:guide>
        <p15:guide id="18" pos="1799" userDrawn="1">
          <p15:clr>
            <a:srgbClr val="F26B43"/>
          </p15:clr>
        </p15:guide>
        <p15:guide id="19" pos="1118" userDrawn="1">
          <p15:clr>
            <a:srgbClr val="F26B43"/>
          </p15:clr>
        </p15:guide>
        <p15:guide id="20" pos="892" userDrawn="1">
          <p15:clr>
            <a:srgbClr val="F26B43"/>
          </p15:clr>
        </p15:guide>
        <p15:guide id="21" pos="665" userDrawn="1">
          <p15:clr>
            <a:srgbClr val="F26B43"/>
          </p15:clr>
        </p15:guide>
        <p15:guide id="22" pos="438" userDrawn="1">
          <p15:clr>
            <a:srgbClr val="F26B43"/>
          </p15:clr>
        </p15:guide>
        <p15:guide id="23" pos="211" userDrawn="1">
          <p15:clr>
            <a:srgbClr val="F26B43"/>
          </p15:clr>
        </p15:guide>
        <p15:guide id="24" pos="4067" userDrawn="1">
          <p15:clr>
            <a:srgbClr val="F26B43"/>
          </p15:clr>
        </p15:guide>
        <p15:guide id="25" pos="4294" userDrawn="1">
          <p15:clr>
            <a:srgbClr val="F26B43"/>
          </p15:clr>
        </p15:guide>
        <p15:guide id="26" pos="4520" userDrawn="1">
          <p15:clr>
            <a:srgbClr val="F26B43"/>
          </p15:clr>
        </p15:guide>
        <p15:guide id="27" pos="4747" userDrawn="1">
          <p15:clr>
            <a:srgbClr val="F26B43"/>
          </p15:clr>
        </p15:guide>
        <p15:guide id="28" pos="4974" userDrawn="1">
          <p15:clr>
            <a:srgbClr val="F26B43"/>
          </p15:clr>
        </p15:guide>
        <p15:guide id="29" pos="5201" userDrawn="1">
          <p15:clr>
            <a:srgbClr val="F26B43"/>
          </p15:clr>
        </p15:guide>
        <p15:guide id="30" pos="5428" userDrawn="1">
          <p15:clr>
            <a:srgbClr val="F26B43"/>
          </p15:clr>
        </p15:guide>
        <p15:guide id="31" pos="5654" userDrawn="1">
          <p15:clr>
            <a:srgbClr val="F26B43"/>
          </p15:clr>
        </p15:guide>
        <p15:guide id="32" pos="5881" userDrawn="1">
          <p15:clr>
            <a:srgbClr val="F26B43"/>
          </p15:clr>
        </p15:guide>
        <p15:guide id="33" pos="6108" userDrawn="1">
          <p15:clr>
            <a:srgbClr val="F26B43"/>
          </p15:clr>
        </p15:guide>
        <p15:guide id="34" pos="6335" userDrawn="1">
          <p15:clr>
            <a:srgbClr val="F26B43"/>
          </p15:clr>
        </p15:guide>
        <p15:guide id="35" pos="6562" userDrawn="1">
          <p15:clr>
            <a:srgbClr val="F26B43"/>
          </p15:clr>
        </p15:guide>
        <p15:guide id="36" pos="6788" userDrawn="1">
          <p15:clr>
            <a:srgbClr val="F26B43"/>
          </p15:clr>
        </p15:guide>
        <p15:guide id="37" pos="7015" userDrawn="1">
          <p15:clr>
            <a:srgbClr val="F26B43"/>
          </p15:clr>
        </p15:guide>
        <p15:guide id="38" pos="7242" userDrawn="1">
          <p15:clr>
            <a:srgbClr val="F26B43"/>
          </p15:clr>
        </p15:guide>
        <p15:guide id="39" pos="7469" userDrawn="1">
          <p15:clr>
            <a:srgbClr val="F26B43"/>
          </p15:clr>
        </p15:guide>
        <p15:guide id="40" orient="horz" pos="1933" userDrawn="1">
          <p15:clr>
            <a:srgbClr val="F26B43"/>
          </p15:clr>
        </p15:guide>
        <p15:guide id="41" orient="horz" pos="1706" userDrawn="1">
          <p15:clr>
            <a:srgbClr val="F26B43"/>
          </p15:clr>
        </p15:guide>
        <p15:guide id="42" orient="horz" pos="1480" userDrawn="1">
          <p15:clr>
            <a:srgbClr val="F26B43"/>
          </p15:clr>
        </p15:guide>
        <p15:guide id="43" orient="horz" pos="1253" userDrawn="1">
          <p15:clr>
            <a:srgbClr val="F26B43"/>
          </p15:clr>
        </p15:guide>
        <p15:guide id="44" orient="horz" pos="1026" userDrawn="1">
          <p15:clr>
            <a:srgbClr val="F26B43"/>
          </p15:clr>
        </p15:guide>
        <p15:guide id="45" orient="horz" pos="799" userDrawn="1">
          <p15:clr>
            <a:srgbClr val="F26B43"/>
          </p15:clr>
        </p15:guide>
        <p15:guide id="46" orient="horz" pos="572" userDrawn="1">
          <p15:clr>
            <a:srgbClr val="F26B43"/>
          </p15:clr>
        </p15:guide>
        <p15:guide id="47" orient="horz" pos="346" userDrawn="1">
          <p15:clr>
            <a:srgbClr val="F26B43"/>
          </p15:clr>
        </p15:guide>
        <p15:guide id="48" orient="horz" pos="119" userDrawn="1">
          <p15:clr>
            <a:srgbClr val="F26B43"/>
          </p15:clr>
        </p15:guide>
        <p15:guide id="49" orient="horz" pos="2387" userDrawn="1">
          <p15:clr>
            <a:srgbClr val="F26B43"/>
          </p15:clr>
        </p15:guide>
        <p15:guide id="50" orient="horz" pos="2614" userDrawn="1">
          <p15:clr>
            <a:srgbClr val="F26B43"/>
          </p15:clr>
        </p15:guide>
        <p15:guide id="51" orient="horz" pos="2840" userDrawn="1">
          <p15:clr>
            <a:srgbClr val="F26B43"/>
          </p15:clr>
        </p15:guide>
        <p15:guide id="52" orient="horz" pos="3067" userDrawn="1">
          <p15:clr>
            <a:srgbClr val="F26B43"/>
          </p15:clr>
        </p15:guide>
        <p15:guide id="53" orient="horz" pos="3294" userDrawn="1">
          <p15:clr>
            <a:srgbClr val="F26B43"/>
          </p15:clr>
        </p15:guide>
        <p15:guide id="54" orient="horz" pos="3521" userDrawn="1">
          <p15:clr>
            <a:srgbClr val="F26B43"/>
          </p15:clr>
        </p15:guide>
        <p15:guide id="55" orient="horz" pos="3748" userDrawn="1">
          <p15:clr>
            <a:srgbClr val="F26B43"/>
          </p15:clr>
        </p15:guide>
        <p15:guide id="56" orient="horz" pos="3974" userDrawn="1">
          <p15:clr>
            <a:srgbClr val="F26B43"/>
          </p15:clr>
        </p15:guide>
        <p15:guide id="57" orient="horz" pos="4201" userDrawn="1">
          <p15:clr>
            <a:srgbClr val="F26B43"/>
          </p15:clr>
        </p15:guide>
        <p15:guide id="58" pos="325" userDrawn="1">
          <p15:clr>
            <a:srgbClr val="F26B43"/>
          </p15:clr>
        </p15:guide>
        <p15:guide id="59" pos="7355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34" y="624928"/>
            <a:ext cx="2774901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659" y="3389715"/>
            <a:ext cx="10515600" cy="218057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98C4985-D042-A04D-9E87-4E855F336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41" y="63572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E7EBEDA2-51E6-554C-A63C-E820F6D0080D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91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02" r:id="rId2"/>
    <p:sldLayoutId id="2147483683" r:id="rId3"/>
    <p:sldLayoutId id="2147483694" r:id="rId4"/>
    <p:sldLayoutId id="2147483695" r:id="rId5"/>
    <p:sldLayoutId id="2147483684" r:id="rId6"/>
    <p:sldLayoutId id="2147483704" r:id="rId7"/>
    <p:sldLayoutId id="2147483685" r:id="rId8"/>
    <p:sldLayoutId id="2147483686" r:id="rId9"/>
    <p:sldLayoutId id="2147483701" r:id="rId10"/>
    <p:sldLayoutId id="2147483688" r:id="rId11"/>
    <p:sldLayoutId id="2147483689" r:id="rId12"/>
    <p:sldLayoutId id="2147483690" r:id="rId13"/>
    <p:sldLayoutId id="2147483696" r:id="rId14"/>
    <p:sldLayoutId id="2147483703" r:id="rId15"/>
    <p:sldLayoutId id="2147483697" r:id="rId16"/>
    <p:sldLayoutId id="2147483692" r:id="rId17"/>
    <p:sldLayoutId id="2147483705" r:id="rId18"/>
    <p:sldLayoutId id="2147483693" r:id="rId19"/>
    <p:sldLayoutId id="2147483698" r:id="rId20"/>
    <p:sldLayoutId id="214748369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613" userDrawn="1">
          <p15:clr>
            <a:srgbClr val="F26B43"/>
          </p15:clr>
        </p15:guide>
        <p15:guide id="9" pos="3386" userDrawn="1">
          <p15:clr>
            <a:srgbClr val="F26B43"/>
          </p15:clr>
        </p15:guide>
        <p15:guide id="10" pos="3160" userDrawn="1">
          <p15:clr>
            <a:srgbClr val="F26B43"/>
          </p15:clr>
        </p15:guide>
        <p15:guide id="11" pos="2933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2479" userDrawn="1">
          <p15:clr>
            <a:srgbClr val="F26B43"/>
          </p15:clr>
        </p15:guide>
        <p15:guide id="14" pos="2252" userDrawn="1">
          <p15:clr>
            <a:srgbClr val="F26B43"/>
          </p15:clr>
        </p15:guide>
        <p15:guide id="15" pos="2026" userDrawn="1">
          <p15:clr>
            <a:srgbClr val="F26B43"/>
          </p15:clr>
        </p15:guide>
        <p15:guide id="16" pos="1572" userDrawn="1">
          <p15:clr>
            <a:srgbClr val="F26B43"/>
          </p15:clr>
        </p15:guide>
        <p15:guide id="17" pos="1345" userDrawn="1">
          <p15:clr>
            <a:srgbClr val="F26B43"/>
          </p15:clr>
        </p15:guide>
        <p15:guide id="18" pos="1799" userDrawn="1">
          <p15:clr>
            <a:srgbClr val="F26B43"/>
          </p15:clr>
        </p15:guide>
        <p15:guide id="19" pos="1118" userDrawn="1">
          <p15:clr>
            <a:srgbClr val="F26B43"/>
          </p15:clr>
        </p15:guide>
        <p15:guide id="20" pos="892" userDrawn="1">
          <p15:clr>
            <a:srgbClr val="F26B43"/>
          </p15:clr>
        </p15:guide>
        <p15:guide id="21" pos="665" userDrawn="1">
          <p15:clr>
            <a:srgbClr val="F26B43"/>
          </p15:clr>
        </p15:guide>
        <p15:guide id="22" pos="438" userDrawn="1">
          <p15:clr>
            <a:srgbClr val="F26B43"/>
          </p15:clr>
        </p15:guide>
        <p15:guide id="23" pos="211" userDrawn="1">
          <p15:clr>
            <a:srgbClr val="F26B43"/>
          </p15:clr>
        </p15:guide>
        <p15:guide id="24" pos="4067" userDrawn="1">
          <p15:clr>
            <a:srgbClr val="F26B43"/>
          </p15:clr>
        </p15:guide>
        <p15:guide id="25" pos="4294" userDrawn="1">
          <p15:clr>
            <a:srgbClr val="F26B43"/>
          </p15:clr>
        </p15:guide>
        <p15:guide id="26" pos="4520" userDrawn="1">
          <p15:clr>
            <a:srgbClr val="F26B43"/>
          </p15:clr>
        </p15:guide>
        <p15:guide id="27" pos="4747" userDrawn="1">
          <p15:clr>
            <a:srgbClr val="F26B43"/>
          </p15:clr>
        </p15:guide>
        <p15:guide id="28" pos="4974" userDrawn="1">
          <p15:clr>
            <a:srgbClr val="F26B43"/>
          </p15:clr>
        </p15:guide>
        <p15:guide id="29" pos="5201" userDrawn="1">
          <p15:clr>
            <a:srgbClr val="F26B43"/>
          </p15:clr>
        </p15:guide>
        <p15:guide id="30" pos="5428" userDrawn="1">
          <p15:clr>
            <a:srgbClr val="F26B43"/>
          </p15:clr>
        </p15:guide>
        <p15:guide id="31" pos="5654" userDrawn="1">
          <p15:clr>
            <a:srgbClr val="F26B43"/>
          </p15:clr>
        </p15:guide>
        <p15:guide id="32" pos="5881" userDrawn="1">
          <p15:clr>
            <a:srgbClr val="F26B43"/>
          </p15:clr>
        </p15:guide>
        <p15:guide id="33" pos="6108" userDrawn="1">
          <p15:clr>
            <a:srgbClr val="F26B43"/>
          </p15:clr>
        </p15:guide>
        <p15:guide id="34" pos="6335" userDrawn="1">
          <p15:clr>
            <a:srgbClr val="F26B43"/>
          </p15:clr>
        </p15:guide>
        <p15:guide id="35" pos="6562" userDrawn="1">
          <p15:clr>
            <a:srgbClr val="F26B43"/>
          </p15:clr>
        </p15:guide>
        <p15:guide id="36" pos="6788" userDrawn="1">
          <p15:clr>
            <a:srgbClr val="F26B43"/>
          </p15:clr>
        </p15:guide>
        <p15:guide id="37" pos="7015" userDrawn="1">
          <p15:clr>
            <a:srgbClr val="F26B43"/>
          </p15:clr>
        </p15:guide>
        <p15:guide id="38" pos="7242" userDrawn="1">
          <p15:clr>
            <a:srgbClr val="F26B43"/>
          </p15:clr>
        </p15:guide>
        <p15:guide id="39" pos="7469" userDrawn="1">
          <p15:clr>
            <a:srgbClr val="F26B43"/>
          </p15:clr>
        </p15:guide>
        <p15:guide id="40" orient="horz" pos="1933" userDrawn="1">
          <p15:clr>
            <a:srgbClr val="F26B43"/>
          </p15:clr>
        </p15:guide>
        <p15:guide id="41" orient="horz" pos="1706" userDrawn="1">
          <p15:clr>
            <a:srgbClr val="F26B43"/>
          </p15:clr>
        </p15:guide>
        <p15:guide id="42" orient="horz" pos="1480" userDrawn="1">
          <p15:clr>
            <a:srgbClr val="F26B43"/>
          </p15:clr>
        </p15:guide>
        <p15:guide id="43" orient="horz" pos="1253" userDrawn="1">
          <p15:clr>
            <a:srgbClr val="F26B43"/>
          </p15:clr>
        </p15:guide>
        <p15:guide id="44" orient="horz" pos="1026" userDrawn="1">
          <p15:clr>
            <a:srgbClr val="F26B43"/>
          </p15:clr>
        </p15:guide>
        <p15:guide id="45" orient="horz" pos="799" userDrawn="1">
          <p15:clr>
            <a:srgbClr val="F26B43"/>
          </p15:clr>
        </p15:guide>
        <p15:guide id="46" orient="horz" pos="572" userDrawn="1">
          <p15:clr>
            <a:srgbClr val="F26B43"/>
          </p15:clr>
        </p15:guide>
        <p15:guide id="47" orient="horz" pos="346" userDrawn="1">
          <p15:clr>
            <a:srgbClr val="F26B43"/>
          </p15:clr>
        </p15:guide>
        <p15:guide id="48" orient="horz" pos="119" userDrawn="1">
          <p15:clr>
            <a:srgbClr val="F26B43"/>
          </p15:clr>
        </p15:guide>
        <p15:guide id="49" orient="horz" pos="2387" userDrawn="1">
          <p15:clr>
            <a:srgbClr val="F26B43"/>
          </p15:clr>
        </p15:guide>
        <p15:guide id="50" orient="horz" pos="2614" userDrawn="1">
          <p15:clr>
            <a:srgbClr val="F26B43"/>
          </p15:clr>
        </p15:guide>
        <p15:guide id="51" orient="horz" pos="2840" userDrawn="1">
          <p15:clr>
            <a:srgbClr val="F26B43"/>
          </p15:clr>
        </p15:guide>
        <p15:guide id="52" orient="horz" pos="3067" userDrawn="1">
          <p15:clr>
            <a:srgbClr val="F26B43"/>
          </p15:clr>
        </p15:guide>
        <p15:guide id="53" orient="horz" pos="3294" userDrawn="1">
          <p15:clr>
            <a:srgbClr val="F26B43"/>
          </p15:clr>
        </p15:guide>
        <p15:guide id="54" orient="horz" pos="3521" userDrawn="1">
          <p15:clr>
            <a:srgbClr val="F26B43"/>
          </p15:clr>
        </p15:guide>
        <p15:guide id="55" orient="horz" pos="3748" userDrawn="1">
          <p15:clr>
            <a:srgbClr val="F26B43"/>
          </p15:clr>
        </p15:guide>
        <p15:guide id="56" orient="horz" pos="3974" userDrawn="1">
          <p15:clr>
            <a:srgbClr val="F26B43"/>
          </p15:clr>
        </p15:guide>
        <p15:guide id="57" orient="horz" pos="4201" userDrawn="1">
          <p15:clr>
            <a:srgbClr val="F26B43"/>
          </p15:clr>
        </p15:guide>
        <p15:guide id="58" pos="325" userDrawn="1">
          <p15:clr>
            <a:srgbClr val="F26B43"/>
          </p15:clr>
        </p15:guide>
        <p15:guide id="59" pos="7355" userDrawn="1">
          <p15:clr>
            <a:srgbClr val="F26B43"/>
          </p15:clr>
        </p15:guide>
        <p15:guide id="60" pos="3795" userDrawn="1">
          <p15:clr>
            <a:srgbClr val="F26B43"/>
          </p15:clr>
        </p15:guide>
        <p15:guide id="61" pos="3885" userDrawn="1">
          <p15:clr>
            <a:srgbClr val="F26B43"/>
          </p15:clr>
        </p15:guide>
        <p15:guide id="62" orient="horz" pos="408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9" y="1541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</a:t>
            </a:r>
            <a:r>
              <a:rPr lang="es-ES" dirty="0" err="1"/>
              <a:t>patrónz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306" y="33897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6001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7" pos="3840">
          <p15:clr>
            <a:srgbClr val="F26B43"/>
          </p15:clr>
        </p15:guide>
        <p15:guide id="8" pos="3613">
          <p15:clr>
            <a:srgbClr val="F26B43"/>
          </p15:clr>
        </p15:guide>
        <p15:guide id="9" pos="3386">
          <p15:clr>
            <a:srgbClr val="F26B43"/>
          </p15:clr>
        </p15:guide>
        <p15:guide id="10" pos="3160">
          <p15:clr>
            <a:srgbClr val="F26B43"/>
          </p15:clr>
        </p15:guide>
        <p15:guide id="11" pos="2933">
          <p15:clr>
            <a:srgbClr val="F26B43"/>
          </p15:clr>
        </p15:guide>
        <p15:guide id="12" pos="2706">
          <p15:clr>
            <a:srgbClr val="F26B43"/>
          </p15:clr>
        </p15:guide>
        <p15:guide id="13" pos="2479">
          <p15:clr>
            <a:srgbClr val="F26B43"/>
          </p15:clr>
        </p15:guide>
        <p15:guide id="14" pos="2252">
          <p15:clr>
            <a:srgbClr val="F26B43"/>
          </p15:clr>
        </p15:guide>
        <p15:guide id="15" pos="2026">
          <p15:clr>
            <a:srgbClr val="F26B43"/>
          </p15:clr>
        </p15:guide>
        <p15:guide id="16" pos="1572">
          <p15:clr>
            <a:srgbClr val="F26B43"/>
          </p15:clr>
        </p15:guide>
        <p15:guide id="17" pos="1345">
          <p15:clr>
            <a:srgbClr val="F26B43"/>
          </p15:clr>
        </p15:guide>
        <p15:guide id="18" pos="1799">
          <p15:clr>
            <a:srgbClr val="F26B43"/>
          </p15:clr>
        </p15:guide>
        <p15:guide id="19" pos="1118">
          <p15:clr>
            <a:srgbClr val="F26B43"/>
          </p15:clr>
        </p15:guide>
        <p15:guide id="20" pos="892">
          <p15:clr>
            <a:srgbClr val="F26B43"/>
          </p15:clr>
        </p15:guide>
        <p15:guide id="21" pos="665">
          <p15:clr>
            <a:srgbClr val="F26B43"/>
          </p15:clr>
        </p15:guide>
        <p15:guide id="22" pos="438">
          <p15:clr>
            <a:srgbClr val="F26B43"/>
          </p15:clr>
        </p15:guide>
        <p15:guide id="23" pos="211">
          <p15:clr>
            <a:srgbClr val="F26B43"/>
          </p15:clr>
        </p15:guide>
        <p15:guide id="24" pos="4067">
          <p15:clr>
            <a:srgbClr val="F26B43"/>
          </p15:clr>
        </p15:guide>
        <p15:guide id="25" pos="4294">
          <p15:clr>
            <a:srgbClr val="F26B43"/>
          </p15:clr>
        </p15:guide>
        <p15:guide id="26" pos="4520">
          <p15:clr>
            <a:srgbClr val="F26B43"/>
          </p15:clr>
        </p15:guide>
        <p15:guide id="27" pos="4747">
          <p15:clr>
            <a:srgbClr val="F26B43"/>
          </p15:clr>
        </p15:guide>
        <p15:guide id="28" pos="4974">
          <p15:clr>
            <a:srgbClr val="F26B43"/>
          </p15:clr>
        </p15:guide>
        <p15:guide id="29" pos="5201">
          <p15:clr>
            <a:srgbClr val="F26B43"/>
          </p15:clr>
        </p15:guide>
        <p15:guide id="30" pos="5428">
          <p15:clr>
            <a:srgbClr val="F26B43"/>
          </p15:clr>
        </p15:guide>
        <p15:guide id="31" pos="5654">
          <p15:clr>
            <a:srgbClr val="F26B43"/>
          </p15:clr>
        </p15:guide>
        <p15:guide id="32" pos="5881">
          <p15:clr>
            <a:srgbClr val="F26B43"/>
          </p15:clr>
        </p15:guide>
        <p15:guide id="33" pos="6108">
          <p15:clr>
            <a:srgbClr val="F26B43"/>
          </p15:clr>
        </p15:guide>
        <p15:guide id="34" pos="6335">
          <p15:clr>
            <a:srgbClr val="F26B43"/>
          </p15:clr>
        </p15:guide>
        <p15:guide id="35" pos="6562">
          <p15:clr>
            <a:srgbClr val="F26B43"/>
          </p15:clr>
        </p15:guide>
        <p15:guide id="36" pos="6788">
          <p15:clr>
            <a:srgbClr val="F26B43"/>
          </p15:clr>
        </p15:guide>
        <p15:guide id="37" pos="7015">
          <p15:clr>
            <a:srgbClr val="F26B43"/>
          </p15:clr>
        </p15:guide>
        <p15:guide id="38" pos="7242">
          <p15:clr>
            <a:srgbClr val="F26B43"/>
          </p15:clr>
        </p15:guide>
        <p15:guide id="39" pos="7469" userDrawn="1">
          <p15:clr>
            <a:srgbClr val="F26B43"/>
          </p15:clr>
        </p15:guide>
        <p15:guide id="40" orient="horz" pos="1933">
          <p15:clr>
            <a:srgbClr val="F26B43"/>
          </p15:clr>
        </p15:guide>
        <p15:guide id="41" orient="horz" pos="1706">
          <p15:clr>
            <a:srgbClr val="F26B43"/>
          </p15:clr>
        </p15:guide>
        <p15:guide id="42" orient="horz" pos="1480">
          <p15:clr>
            <a:srgbClr val="F26B43"/>
          </p15:clr>
        </p15:guide>
        <p15:guide id="43" orient="horz" pos="1253">
          <p15:clr>
            <a:srgbClr val="F26B43"/>
          </p15:clr>
        </p15:guide>
        <p15:guide id="44" orient="horz" pos="1026">
          <p15:clr>
            <a:srgbClr val="F26B43"/>
          </p15:clr>
        </p15:guide>
        <p15:guide id="45" orient="horz" pos="799">
          <p15:clr>
            <a:srgbClr val="F26B43"/>
          </p15:clr>
        </p15:guide>
        <p15:guide id="46" orient="horz" pos="572">
          <p15:clr>
            <a:srgbClr val="F26B43"/>
          </p15:clr>
        </p15:guide>
        <p15:guide id="47" orient="horz" pos="346">
          <p15:clr>
            <a:srgbClr val="F26B43"/>
          </p15:clr>
        </p15:guide>
        <p15:guide id="48" orient="horz" pos="119">
          <p15:clr>
            <a:srgbClr val="F26B43"/>
          </p15:clr>
        </p15:guide>
        <p15:guide id="49" orient="horz" pos="2387">
          <p15:clr>
            <a:srgbClr val="F26B43"/>
          </p15:clr>
        </p15:guide>
        <p15:guide id="50" orient="horz" pos="2614">
          <p15:clr>
            <a:srgbClr val="F26B43"/>
          </p15:clr>
        </p15:guide>
        <p15:guide id="51" orient="horz" pos="2840">
          <p15:clr>
            <a:srgbClr val="F26B43"/>
          </p15:clr>
        </p15:guide>
        <p15:guide id="52" orient="horz" pos="3067">
          <p15:clr>
            <a:srgbClr val="F26B43"/>
          </p15:clr>
        </p15:guide>
        <p15:guide id="53" orient="horz" pos="3294">
          <p15:clr>
            <a:srgbClr val="F26B43"/>
          </p15:clr>
        </p15:guide>
        <p15:guide id="54" orient="horz" pos="3521">
          <p15:clr>
            <a:srgbClr val="F26B43"/>
          </p15:clr>
        </p15:guide>
        <p15:guide id="55" orient="horz" pos="3748">
          <p15:clr>
            <a:srgbClr val="F26B43"/>
          </p15:clr>
        </p15:guide>
        <p15:guide id="56" orient="horz" pos="3974">
          <p15:clr>
            <a:srgbClr val="F26B43"/>
          </p15:clr>
        </p15:guide>
        <p15:guide id="57" orient="horz" pos="4201">
          <p15:clr>
            <a:srgbClr val="F26B43"/>
          </p15:clr>
        </p15:guide>
        <p15:guide id="58" pos="7355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571A4A-96CD-EE4C-B92F-17A6671C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89" y="15417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dirty="0"/>
              <a:t>Haga clic para modificar el estilo de título del </a:t>
            </a:r>
            <a:r>
              <a:rPr lang="es-ES" dirty="0" err="1"/>
              <a:t>patrónz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91EEF-A675-614A-9540-A1E4F13D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306" y="33897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9657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7" pos="3840">
          <p15:clr>
            <a:srgbClr val="F26B43"/>
          </p15:clr>
        </p15:guide>
        <p15:guide id="8" pos="3613">
          <p15:clr>
            <a:srgbClr val="F26B43"/>
          </p15:clr>
        </p15:guide>
        <p15:guide id="9" pos="3386">
          <p15:clr>
            <a:srgbClr val="F26B43"/>
          </p15:clr>
        </p15:guide>
        <p15:guide id="10" pos="3160">
          <p15:clr>
            <a:srgbClr val="F26B43"/>
          </p15:clr>
        </p15:guide>
        <p15:guide id="11" pos="2933">
          <p15:clr>
            <a:srgbClr val="F26B43"/>
          </p15:clr>
        </p15:guide>
        <p15:guide id="12" pos="2706">
          <p15:clr>
            <a:srgbClr val="F26B43"/>
          </p15:clr>
        </p15:guide>
        <p15:guide id="13" pos="2479">
          <p15:clr>
            <a:srgbClr val="F26B43"/>
          </p15:clr>
        </p15:guide>
        <p15:guide id="14" pos="2252">
          <p15:clr>
            <a:srgbClr val="F26B43"/>
          </p15:clr>
        </p15:guide>
        <p15:guide id="15" pos="2026">
          <p15:clr>
            <a:srgbClr val="F26B43"/>
          </p15:clr>
        </p15:guide>
        <p15:guide id="16" pos="1572">
          <p15:clr>
            <a:srgbClr val="F26B43"/>
          </p15:clr>
        </p15:guide>
        <p15:guide id="17" pos="1345">
          <p15:clr>
            <a:srgbClr val="F26B43"/>
          </p15:clr>
        </p15:guide>
        <p15:guide id="18" pos="1799">
          <p15:clr>
            <a:srgbClr val="F26B43"/>
          </p15:clr>
        </p15:guide>
        <p15:guide id="19" pos="1118">
          <p15:clr>
            <a:srgbClr val="F26B43"/>
          </p15:clr>
        </p15:guide>
        <p15:guide id="20" pos="892">
          <p15:clr>
            <a:srgbClr val="F26B43"/>
          </p15:clr>
        </p15:guide>
        <p15:guide id="21" pos="665">
          <p15:clr>
            <a:srgbClr val="F26B43"/>
          </p15:clr>
        </p15:guide>
        <p15:guide id="22" pos="438">
          <p15:clr>
            <a:srgbClr val="F26B43"/>
          </p15:clr>
        </p15:guide>
        <p15:guide id="23" pos="211">
          <p15:clr>
            <a:srgbClr val="F26B43"/>
          </p15:clr>
        </p15:guide>
        <p15:guide id="24" pos="4067">
          <p15:clr>
            <a:srgbClr val="F26B43"/>
          </p15:clr>
        </p15:guide>
        <p15:guide id="25" pos="4294">
          <p15:clr>
            <a:srgbClr val="F26B43"/>
          </p15:clr>
        </p15:guide>
        <p15:guide id="26" pos="4520">
          <p15:clr>
            <a:srgbClr val="F26B43"/>
          </p15:clr>
        </p15:guide>
        <p15:guide id="27" pos="4747">
          <p15:clr>
            <a:srgbClr val="F26B43"/>
          </p15:clr>
        </p15:guide>
        <p15:guide id="28" pos="4974">
          <p15:clr>
            <a:srgbClr val="F26B43"/>
          </p15:clr>
        </p15:guide>
        <p15:guide id="29" pos="5201">
          <p15:clr>
            <a:srgbClr val="F26B43"/>
          </p15:clr>
        </p15:guide>
        <p15:guide id="30" pos="5428">
          <p15:clr>
            <a:srgbClr val="F26B43"/>
          </p15:clr>
        </p15:guide>
        <p15:guide id="31" pos="5654">
          <p15:clr>
            <a:srgbClr val="F26B43"/>
          </p15:clr>
        </p15:guide>
        <p15:guide id="32" pos="5881">
          <p15:clr>
            <a:srgbClr val="F26B43"/>
          </p15:clr>
        </p15:guide>
        <p15:guide id="33" pos="6108">
          <p15:clr>
            <a:srgbClr val="F26B43"/>
          </p15:clr>
        </p15:guide>
        <p15:guide id="34" pos="6335">
          <p15:clr>
            <a:srgbClr val="F26B43"/>
          </p15:clr>
        </p15:guide>
        <p15:guide id="35" pos="6562">
          <p15:clr>
            <a:srgbClr val="F26B43"/>
          </p15:clr>
        </p15:guide>
        <p15:guide id="36" pos="6788">
          <p15:clr>
            <a:srgbClr val="F26B43"/>
          </p15:clr>
        </p15:guide>
        <p15:guide id="37" pos="7015">
          <p15:clr>
            <a:srgbClr val="F26B43"/>
          </p15:clr>
        </p15:guide>
        <p15:guide id="38" pos="7242">
          <p15:clr>
            <a:srgbClr val="F26B43"/>
          </p15:clr>
        </p15:guide>
        <p15:guide id="39" pos="7469" userDrawn="1">
          <p15:clr>
            <a:srgbClr val="F26B43"/>
          </p15:clr>
        </p15:guide>
        <p15:guide id="40" orient="horz" pos="1933">
          <p15:clr>
            <a:srgbClr val="F26B43"/>
          </p15:clr>
        </p15:guide>
        <p15:guide id="41" orient="horz" pos="1706">
          <p15:clr>
            <a:srgbClr val="F26B43"/>
          </p15:clr>
        </p15:guide>
        <p15:guide id="42" orient="horz" pos="1480">
          <p15:clr>
            <a:srgbClr val="F26B43"/>
          </p15:clr>
        </p15:guide>
        <p15:guide id="43" orient="horz" pos="1253">
          <p15:clr>
            <a:srgbClr val="F26B43"/>
          </p15:clr>
        </p15:guide>
        <p15:guide id="44" orient="horz" pos="1026">
          <p15:clr>
            <a:srgbClr val="F26B43"/>
          </p15:clr>
        </p15:guide>
        <p15:guide id="45" orient="horz" pos="799">
          <p15:clr>
            <a:srgbClr val="F26B43"/>
          </p15:clr>
        </p15:guide>
        <p15:guide id="46" orient="horz" pos="572">
          <p15:clr>
            <a:srgbClr val="F26B43"/>
          </p15:clr>
        </p15:guide>
        <p15:guide id="47" orient="horz" pos="346">
          <p15:clr>
            <a:srgbClr val="F26B43"/>
          </p15:clr>
        </p15:guide>
        <p15:guide id="48" orient="horz" pos="119">
          <p15:clr>
            <a:srgbClr val="F26B43"/>
          </p15:clr>
        </p15:guide>
        <p15:guide id="49" orient="horz" pos="2387">
          <p15:clr>
            <a:srgbClr val="F26B43"/>
          </p15:clr>
        </p15:guide>
        <p15:guide id="50" orient="horz" pos="2614">
          <p15:clr>
            <a:srgbClr val="F26B43"/>
          </p15:clr>
        </p15:guide>
        <p15:guide id="51" orient="horz" pos="2840">
          <p15:clr>
            <a:srgbClr val="F26B43"/>
          </p15:clr>
        </p15:guide>
        <p15:guide id="52" orient="horz" pos="3067">
          <p15:clr>
            <a:srgbClr val="F26B43"/>
          </p15:clr>
        </p15:guide>
        <p15:guide id="53" orient="horz" pos="3294">
          <p15:clr>
            <a:srgbClr val="F26B43"/>
          </p15:clr>
        </p15:guide>
        <p15:guide id="54" orient="horz" pos="3521">
          <p15:clr>
            <a:srgbClr val="F26B43"/>
          </p15:clr>
        </p15:guide>
        <p15:guide id="55" orient="horz" pos="3748">
          <p15:clr>
            <a:srgbClr val="F26B43"/>
          </p15:clr>
        </p15:guide>
        <p15:guide id="56" orient="horz" pos="3974">
          <p15:clr>
            <a:srgbClr val="F26B43"/>
          </p15:clr>
        </p15:guide>
        <p15:guide id="57" orient="horz" pos="4201">
          <p15:clr>
            <a:srgbClr val="F26B43"/>
          </p15:clr>
        </p15:guide>
        <p15:guide id="58" pos="73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transacciones.movistar.com.ec/#/portal-empresas/solicitud-registr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2">
            <a:extLst>
              <a:ext uri="{FF2B5EF4-FFF2-40B4-BE49-F238E27FC236}">
                <a16:creationId xmlns:a16="http://schemas.microsoft.com/office/drawing/2014/main" id="{F0A9B04D-17D8-CD42-8DE1-3EE4F41669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" r="116"/>
          <a:stretch/>
        </p:blipFill>
        <p:spPr>
          <a:xfrm>
            <a:off x="0" y="-15875"/>
            <a:ext cx="12192000" cy="68738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882A6A-9A17-9849-8C40-F5A3CF3F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690" y="2678983"/>
            <a:ext cx="11149443" cy="1325563"/>
          </a:xfrm>
        </p:spPr>
        <p:txBody>
          <a:bodyPr/>
          <a:lstStyle/>
          <a:p>
            <a:r>
              <a:rPr lang="es-ES" sz="4800" dirty="0"/>
              <a:t>Portal web Mi Movistar Empresas</a:t>
            </a:r>
            <a:br>
              <a:rPr lang="es-ES" dirty="0"/>
            </a:br>
            <a:br>
              <a:rPr lang="es-ES" dirty="0"/>
            </a:br>
            <a:r>
              <a:rPr lang="es-ES" sz="3600" dirty="0"/>
              <a:t>Actualización masiva y automática de usuario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53563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8FFF3AE-75D8-E5B5-1FEE-10274FA8D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2550A07-6430-D629-C381-CEAC2800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653" y="1486150"/>
            <a:ext cx="10179490" cy="980599"/>
          </a:xfrm>
        </p:spPr>
        <p:txBody>
          <a:bodyPr/>
          <a:lstStyle/>
          <a:p>
            <a:pPr algn="ctr"/>
            <a:r>
              <a:rPr lang="es-EC" sz="4400" dirty="0"/>
              <a:t>Actualización masiva de usuarios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E947B7-5978-B07E-9F95-CDE3D8A65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0653" y="2701927"/>
            <a:ext cx="10179490" cy="2087562"/>
          </a:xfrm>
        </p:spPr>
        <p:txBody>
          <a:bodyPr/>
          <a:lstStyle/>
          <a:p>
            <a:pPr algn="ctr"/>
            <a:r>
              <a:rPr lang="es-ES" sz="2800" dirty="0"/>
              <a:t>Ahora puedes cargar un archivo Excel para actualizar automáticamente los nombres de usuario de tus líneas, de forma rápida y eficiente</a:t>
            </a:r>
            <a:br>
              <a:rPr lang="es-ES" dirty="0"/>
            </a:br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E5B869-0473-863D-8770-3A55544EA085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794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18CB0-57CD-7954-6A35-BFE17C99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67" y="2766218"/>
            <a:ext cx="6613037" cy="1325563"/>
          </a:xfrm>
        </p:spPr>
        <p:txBody>
          <a:bodyPr/>
          <a:lstStyle/>
          <a:p>
            <a:r>
              <a:rPr lang="es-EC" sz="5000" dirty="0"/>
              <a:t>Ingreso al Portal web Mi Movistar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6FA9090-88CE-AD4E-7174-36CF0DE105E4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DCDFE6"/>
          </a:solidFill>
          <a:ln>
            <a:solidFill>
              <a:srgbClr val="DCDF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2273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B93A7C-E76A-2624-E90A-768094EFC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2DD12E6-8583-63B9-FED5-1D0604F6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Ingreso al Portal web Mi Movistar</a:t>
            </a:r>
            <a:br>
              <a:rPr lang="es-EC" b="0" dirty="0"/>
            </a:br>
            <a:br>
              <a:rPr lang="es-EC" dirty="0"/>
            </a:b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F41370-1C0C-900A-BAF5-29F186E558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ES" dirty="0"/>
              <a:t>Acceso rápido y sencillo al portal web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E0FB8A-DBE4-DEC1-FB01-7C9EC43F23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3"/>
            <a:ext cx="4727965" cy="3514777"/>
          </a:xfrm>
        </p:spPr>
        <p:txBody>
          <a:bodyPr/>
          <a:lstStyle/>
          <a:p>
            <a:r>
              <a:rPr lang="es-ES" dirty="0"/>
              <a:t>1️⃣ </a:t>
            </a:r>
            <a:r>
              <a:rPr lang="es-ES" b="1" dirty="0"/>
              <a:t>Ingresa a</a:t>
            </a:r>
            <a:r>
              <a:rPr lang="es-ES" dirty="0"/>
              <a:t> www.movistar.com.ec 🌐</a:t>
            </a:r>
            <a:br>
              <a:rPr lang="es-ES" dirty="0"/>
            </a:br>
            <a:br>
              <a:rPr lang="es-ES" dirty="0"/>
            </a:br>
            <a:r>
              <a:rPr lang="es-ES" dirty="0"/>
              <a:t>2️⃣ </a:t>
            </a:r>
            <a:r>
              <a:rPr lang="es-ES" b="1" dirty="0"/>
              <a:t>Selecciona</a:t>
            </a:r>
            <a:r>
              <a:rPr lang="es-ES" dirty="0"/>
              <a:t> la opción </a:t>
            </a:r>
            <a:r>
              <a:rPr lang="es-ES" b="1" dirty="0"/>
              <a:t>Mi Movistar</a:t>
            </a:r>
            <a:r>
              <a:rPr lang="es-ES" dirty="0"/>
              <a:t> en el menú principal </a:t>
            </a: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2EA1543-6009-E0DA-E688-B2EDB3CC26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4DA45E8-B29D-06B7-A16F-D591608DD018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EBD8797-6C09-7B0E-C7DD-79E71633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08" t="12222" b="7302"/>
          <a:stretch>
            <a:fillRect/>
          </a:stretch>
        </p:blipFill>
        <p:spPr>
          <a:xfrm>
            <a:off x="5603193" y="1351344"/>
            <a:ext cx="5630339" cy="3754055"/>
          </a:xfrm>
          <a:prstGeom prst="rect">
            <a:avLst/>
          </a:prstGeom>
        </p:spPr>
      </p:pic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120777EE-B800-68AD-FCE0-D22BCDC69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350F352-F4EB-0D7F-EA67-CA95735A579C}"/>
              </a:ext>
            </a:extLst>
          </p:cNvPr>
          <p:cNvSpPr/>
          <p:nvPr/>
        </p:nvSpPr>
        <p:spPr>
          <a:xfrm>
            <a:off x="8490857" y="1948543"/>
            <a:ext cx="2100943" cy="751114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65937D-DFAE-33BD-A2D1-D10BB0A2B8AE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606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5F038-4CDF-5161-2775-EFEB788D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2C4D4B99-AFAE-633E-CF26-437794BFE4CD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2F497503-0888-364C-B342-BBFF16E3C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30CA9F2-8E65-9976-577B-161FF6F32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AD5AAA5-4D6C-1804-3F2F-848B2061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Acceso con RUC y credenciales </a:t>
            </a:r>
            <a:br>
              <a:rPr lang="es-ES" b="0" dirty="0"/>
            </a:br>
            <a:br>
              <a:rPr lang="es-ES" dirty="0"/>
            </a:b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41E1AD-0149-EFEE-0058-86407100C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ES" dirty="0"/>
              <a:t>Identificación segura para ingresar al portal</a:t>
            </a:r>
            <a:endParaRPr lang="es-ES" b="0" dirty="0"/>
          </a:p>
          <a:p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4C0E6E-58A9-9B61-E275-31E8F610DA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3"/>
            <a:ext cx="4727965" cy="3514777"/>
          </a:xfrm>
        </p:spPr>
        <p:txBody>
          <a:bodyPr/>
          <a:lstStyle/>
          <a:p>
            <a:r>
              <a:rPr lang="es-ES" dirty="0"/>
              <a:t>1️⃣ </a:t>
            </a:r>
            <a:r>
              <a:rPr lang="es-ES" b="1" dirty="0"/>
              <a:t>Selecciona</a:t>
            </a:r>
            <a:r>
              <a:rPr lang="es-ES" dirty="0"/>
              <a:t> la opción </a:t>
            </a:r>
            <a:r>
              <a:rPr lang="es-ES" b="1" dirty="0"/>
              <a:t>RUC</a:t>
            </a:r>
          </a:p>
          <a:p>
            <a:br>
              <a:rPr lang="es-ES" dirty="0"/>
            </a:br>
            <a:r>
              <a:rPr lang="es-ES" dirty="0"/>
              <a:t>2️⃣ </a:t>
            </a:r>
            <a:r>
              <a:rPr lang="es-ES" b="1" dirty="0"/>
              <a:t>Ingresa</a:t>
            </a:r>
            <a:r>
              <a:rPr lang="es-ES" dirty="0"/>
              <a:t> tus credenciales como </a:t>
            </a:r>
            <a:r>
              <a:rPr lang="es-ES" b="1" dirty="0"/>
              <a:t>Gestor de Cuenta Autorizado</a:t>
            </a:r>
            <a:r>
              <a:rPr lang="es-ES" dirty="0"/>
              <a:t> 🔐</a:t>
            </a:r>
            <a:br>
              <a:rPr lang="es-ES" dirty="0"/>
            </a:br>
            <a:br>
              <a:rPr lang="es-ES" dirty="0"/>
            </a:br>
            <a:r>
              <a:rPr lang="es-ES" dirty="0"/>
              <a:t>3️⃣ </a:t>
            </a:r>
            <a:r>
              <a:rPr lang="es-ES" b="1" dirty="0"/>
              <a:t>Accede</a:t>
            </a:r>
            <a:r>
              <a:rPr lang="es-ES" dirty="0"/>
              <a:t> a la plataforma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¿Tu empresa no tiene un Gestor de Cuenta asignado?</a:t>
            </a:r>
            <a:br>
              <a:rPr lang="es-ES" b="1" dirty="0"/>
            </a:br>
            <a:br>
              <a:rPr lang="es-ES" dirty="0"/>
            </a:br>
            <a:r>
              <a:rPr lang="es-ES" dirty="0"/>
              <a:t>👉 </a:t>
            </a:r>
            <a:r>
              <a:rPr lang="es-ES" b="1" dirty="0"/>
              <a:t>Regístralo </a:t>
            </a:r>
            <a:r>
              <a:rPr lang="es-ES" dirty="0"/>
              <a:t>🔗 </a:t>
            </a:r>
            <a:r>
              <a:rPr lang="es-ES" dirty="0">
                <a:hlinkClick r:id="rId3"/>
              </a:rPr>
              <a:t>aquí</a:t>
            </a: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E415A431-7E54-6D88-2226-989F3441AB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8DD9ECE-92FD-9093-CB46-4B83CFFD7196}"/>
              </a:ext>
            </a:extLst>
          </p:cNvPr>
          <p:cNvSpPr/>
          <p:nvPr/>
        </p:nvSpPr>
        <p:spPr>
          <a:xfrm>
            <a:off x="8490857" y="1948543"/>
            <a:ext cx="2100943" cy="751114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0F954A0-BE17-6FC3-C653-FFEF9CDE25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87" t="12222" r="17604" b="7302"/>
          <a:stretch>
            <a:fillRect/>
          </a:stretch>
        </p:blipFill>
        <p:spPr>
          <a:xfrm>
            <a:off x="5575744" y="1327727"/>
            <a:ext cx="5647427" cy="3798082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6990C3B-22C4-D75C-B032-7C5C3AC27C1E}"/>
              </a:ext>
            </a:extLst>
          </p:cNvPr>
          <p:cNvSpPr/>
          <p:nvPr/>
        </p:nvSpPr>
        <p:spPr>
          <a:xfrm>
            <a:off x="7206343" y="3161619"/>
            <a:ext cx="2394857" cy="430667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C3CCDF8-FA76-8362-9009-90AC516B37EA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1793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AE00-40DF-8BD2-46DE-D6AF3895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CDFB3435-C36D-E162-9989-D6932AA5CE7D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79EC3147-C4E2-C0E1-E0CF-0AF5F3E1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D010CB2-8D3F-4E8E-4380-0A764AA88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60684D2-711F-9412-73CF-BBBCCEFD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🏢 Acceso a Gestión Posventa</a:t>
            </a:r>
            <a:br>
              <a:rPr lang="es-ES" dirty="0"/>
            </a:br>
            <a:br>
              <a:rPr lang="es-ES" dirty="0"/>
            </a:b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719C2-2B3C-3CD8-9969-6D4821C46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ES" dirty="0"/>
              <a:t>Ingresa en Mi Movistar Empresas</a:t>
            </a:r>
            <a:endParaRPr lang="es-ES" b="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D8ED8D-DBF8-C5BD-F905-98246CAA1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3"/>
            <a:ext cx="4727965" cy="3514777"/>
          </a:xfrm>
        </p:spPr>
        <p:txBody>
          <a:bodyPr/>
          <a:lstStyle/>
          <a:p>
            <a:r>
              <a:rPr lang="es-ES" dirty="0"/>
              <a:t>1️⃣ </a:t>
            </a:r>
            <a:r>
              <a:rPr lang="es-ES" b="1" dirty="0"/>
              <a:t>Presiona</a:t>
            </a:r>
            <a:r>
              <a:rPr lang="es-ES" dirty="0"/>
              <a:t> el ícono de </a:t>
            </a:r>
            <a:r>
              <a:rPr lang="es-ES" b="1" dirty="0"/>
              <a:t>Mi Movistar Empresas</a:t>
            </a:r>
            <a:r>
              <a:rPr lang="es-ES" dirty="0"/>
              <a:t> y accede a la sección transaccional del portal web</a:t>
            </a:r>
          </a:p>
          <a:p>
            <a:br>
              <a:rPr lang="es-ES" b="1" dirty="0"/>
            </a:b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DD1A96C-EE96-6F71-99E8-AD9FEFEAB3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71094C1-7509-D5DF-14E8-0AC71B526899}"/>
              </a:ext>
            </a:extLst>
          </p:cNvPr>
          <p:cNvSpPr/>
          <p:nvPr/>
        </p:nvSpPr>
        <p:spPr>
          <a:xfrm>
            <a:off x="8490857" y="1948543"/>
            <a:ext cx="2100943" cy="751114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997E139-29FE-D05A-4CEF-C221F1179FF9}"/>
              </a:ext>
            </a:extLst>
          </p:cNvPr>
          <p:cNvSpPr/>
          <p:nvPr/>
        </p:nvSpPr>
        <p:spPr>
          <a:xfrm>
            <a:off x="7206343" y="3161619"/>
            <a:ext cx="2394857" cy="430667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4" name="Imagen 13" descr="Interfaz de usuario gráfica, Aplicación, Tabla&#10;&#10;El contenido generado por IA puede ser incorrecto.">
            <a:extLst>
              <a:ext uri="{FF2B5EF4-FFF2-40B4-BE49-F238E27FC236}">
                <a16:creationId xmlns:a16="http://schemas.microsoft.com/office/drawing/2014/main" id="{D41FB747-7FCF-1B43-A79D-44202E82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71" b="53590"/>
          <a:stretch>
            <a:fillRect/>
          </a:stretch>
        </p:blipFill>
        <p:spPr>
          <a:xfrm>
            <a:off x="5575744" y="1300218"/>
            <a:ext cx="5632247" cy="3805182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43A2717-0DA6-BC3B-265D-A954AB304307}"/>
              </a:ext>
            </a:extLst>
          </p:cNvPr>
          <p:cNvSpPr/>
          <p:nvPr/>
        </p:nvSpPr>
        <p:spPr>
          <a:xfrm>
            <a:off x="9187543" y="1437458"/>
            <a:ext cx="562807" cy="615724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DE32A4-E993-000B-DF65-B2324115C37F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4639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9406-5186-952A-2163-50E78580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C9DD6985-8A7A-8AFE-4BEF-CB958184F17E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B6DBB269-0D6E-A5A9-5296-F48E2972D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C04BEAD-978F-DB37-1AF3-F66ED66C7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C65D453-B6D5-7AB7-C61A-A3372274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📲 Acceso a la Funcionalidad desde Solicitudes</a:t>
            </a:r>
            <a:br>
              <a:rPr lang="es-EC" b="0" dirty="0"/>
            </a:br>
            <a:br>
              <a:rPr lang="es-EC" dirty="0"/>
            </a:b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5503D6-73F5-FF0C-EDD5-6870F1C125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4"/>
            <a:ext cx="4727965" cy="2891768"/>
          </a:xfrm>
        </p:spPr>
        <p:txBody>
          <a:bodyPr/>
          <a:lstStyle/>
          <a:p>
            <a:br>
              <a:rPr lang="es-ES" dirty="0"/>
            </a:br>
            <a:r>
              <a:rPr lang="es-ES" dirty="0"/>
              <a:t>🔹 Selecciona cualquier </a:t>
            </a:r>
            <a:r>
              <a:rPr lang="es-ES" b="1" dirty="0"/>
              <a:t>número celular</a:t>
            </a:r>
            <a:br>
              <a:rPr lang="es-ES" dirty="0"/>
            </a:br>
            <a:br>
              <a:rPr lang="es-ES" dirty="0"/>
            </a:br>
            <a:r>
              <a:rPr lang="es-ES" dirty="0"/>
              <a:t>🔹 Desde ahí podrás acceder a la opción de </a:t>
            </a:r>
            <a:r>
              <a:rPr lang="es-ES" b="1" dirty="0"/>
              <a:t>carga masiva</a:t>
            </a:r>
            <a:r>
              <a:rPr lang="es-ES" dirty="0"/>
              <a:t> y seguir el proceso</a:t>
            </a:r>
          </a:p>
          <a:p>
            <a:endParaRPr lang="es-ES" dirty="0"/>
          </a:p>
          <a:p>
            <a:r>
              <a:rPr lang="es-ES" dirty="0"/>
              <a:t>🧭 ¡Es rápido, intuitivo y directo!</a:t>
            </a:r>
          </a:p>
          <a:p>
            <a:br>
              <a:rPr lang="es-ES" b="1" dirty="0"/>
            </a:b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F7DF39B-AB8D-8774-9387-B38D96FC45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pic>
        <p:nvPicPr>
          <p:cNvPr id="13" name="Imagen 1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CB9BD97-4245-FB67-B5DD-92781DAD37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995"/>
          <a:stretch>
            <a:fillRect/>
          </a:stretch>
        </p:blipFill>
        <p:spPr>
          <a:xfrm>
            <a:off x="5586630" y="1317170"/>
            <a:ext cx="5652000" cy="3777344"/>
          </a:xfrm>
          <a:prstGeom prst="rect">
            <a:avLst/>
          </a:prstGeom>
        </p:spPr>
      </p:pic>
      <p:sp>
        <p:nvSpPr>
          <p:cNvPr id="17" name="Marcador de texto 3">
            <a:extLst>
              <a:ext uri="{FF2B5EF4-FFF2-40B4-BE49-F238E27FC236}">
                <a16:creationId xmlns:a16="http://schemas.microsoft.com/office/drawing/2014/main" id="{45EC5FEC-E10C-51A7-7B71-90BA9C786E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0978" y="1745320"/>
            <a:ext cx="4595521" cy="603600"/>
          </a:xfrm>
        </p:spPr>
        <p:txBody>
          <a:bodyPr>
            <a:normAutofit/>
          </a:bodyPr>
          <a:lstStyle/>
          <a:p>
            <a:r>
              <a:rPr lang="es-ES" dirty="0"/>
              <a:t>Selecciona el número celular para iniciar el proceso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A74CCD7-36B5-7F5F-2233-9DC493A85209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27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24D4-8AC4-421D-AC26-87D5C213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87583B5A-316A-B877-BAA3-AE742F4A13E4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E6543BD4-DC7A-9CD5-31A5-72CD354DB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698CE9B-571A-5AFF-BCAD-21C8BA498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8CFC29E-9493-2400-3A5C-BA652DCB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🛠️ Paso a Paso para el Cambio de Nombre de Usuario</a:t>
            </a:r>
            <a:br>
              <a:rPr lang="es-EC" b="0" dirty="0"/>
            </a:br>
            <a:br>
              <a:rPr lang="es-EC" dirty="0"/>
            </a:b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DF8107-78C1-1511-969D-C9D9DFA110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4"/>
            <a:ext cx="4727965" cy="2891768"/>
          </a:xfrm>
        </p:spPr>
        <p:txBody>
          <a:bodyPr/>
          <a:lstStyle/>
          <a:p>
            <a:r>
              <a:rPr lang="es-ES" dirty="0"/>
              <a:t>✅ </a:t>
            </a:r>
            <a:r>
              <a:rPr lang="es-ES" b="1" dirty="0"/>
              <a:t>Seleccionar la opción “Actualización nombre de usuario"</a:t>
            </a:r>
            <a:r>
              <a:rPr lang="es-ES" dirty="0"/>
              <a:t> para continuar con la gestión</a:t>
            </a:r>
            <a:br>
              <a:rPr lang="es-ES" b="1" dirty="0"/>
            </a:b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0C1C72D-64B9-D017-4507-3A0E96DF69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17" name="Marcador de texto 3">
            <a:extLst>
              <a:ext uri="{FF2B5EF4-FFF2-40B4-BE49-F238E27FC236}">
                <a16:creationId xmlns:a16="http://schemas.microsoft.com/office/drawing/2014/main" id="{654E0E06-C34A-444B-66BF-1C27E78A86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0978" y="1745320"/>
            <a:ext cx="4595521" cy="603600"/>
          </a:xfrm>
        </p:spPr>
        <p:txBody>
          <a:bodyPr>
            <a:normAutofit/>
          </a:bodyPr>
          <a:lstStyle/>
          <a:p>
            <a:r>
              <a:rPr lang="es-ES" dirty="0"/>
              <a:t>Sección de transacciones posventa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02EF376-F3D0-933B-1302-A3C4A3E53AE7}"/>
              </a:ext>
            </a:extLst>
          </p:cNvPr>
          <p:cNvSpPr/>
          <p:nvPr/>
        </p:nvSpPr>
        <p:spPr>
          <a:xfrm>
            <a:off x="7879912" y="2161445"/>
            <a:ext cx="904859" cy="430667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815AFDB-FF77-E229-5D25-FE3174555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021"/>
          <a:stretch>
            <a:fillRect/>
          </a:stretch>
        </p:blipFill>
        <p:spPr>
          <a:xfrm>
            <a:off x="5597514" y="1306239"/>
            <a:ext cx="5613806" cy="3780000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527EA87-B3BC-CEC5-56E6-6E58F392FFA0}"/>
              </a:ext>
            </a:extLst>
          </p:cNvPr>
          <p:cNvSpPr/>
          <p:nvPr/>
        </p:nvSpPr>
        <p:spPr>
          <a:xfrm>
            <a:off x="6943742" y="2648476"/>
            <a:ext cx="1209658" cy="447993"/>
          </a:xfrm>
          <a:prstGeom prst="roundRect">
            <a:avLst>
              <a:gd name="adj" fmla="val 47102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47166B-A975-CB0F-93C4-06F81343E7AF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3612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AF75-D8B3-1749-8E4A-5E328E5A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A4F49FAB-67C1-B373-30BD-7C99428E76EE}"/>
              </a:ext>
            </a:extLst>
          </p:cNvPr>
          <p:cNvSpPr/>
          <p:nvPr/>
        </p:nvSpPr>
        <p:spPr>
          <a:xfrm>
            <a:off x="5148943" y="687780"/>
            <a:ext cx="6487886" cy="5669424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1EE555A7-4FD8-B7EC-D5A7-5D68877DA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141" y="1114303"/>
            <a:ext cx="7350118" cy="499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64E40DA-E2F2-39F5-29DE-EE9F1B224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FD01AC0-2C5F-468C-42E4-37E2FB13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🆕 Cambio Masivo de Nombre de Usuario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AAE318-5B3C-B09C-2610-563D1D8732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613883"/>
            <a:ext cx="4727965" cy="3494461"/>
          </a:xfrm>
        </p:spPr>
        <p:txBody>
          <a:bodyPr/>
          <a:lstStyle/>
          <a:p>
            <a:r>
              <a:rPr lang="es-ES" dirty="0"/>
              <a:t>📁 En esta sección puedes </a:t>
            </a:r>
            <a:r>
              <a:rPr lang="es-ES" b="1" dirty="0"/>
              <a:t>subir un archivo </a:t>
            </a:r>
            <a:r>
              <a:rPr lang="es-ES" dirty="0"/>
              <a:t>Excel que contenga el número y el nuevo nombre de usuario.</a:t>
            </a:r>
          </a:p>
          <a:p>
            <a:br>
              <a:rPr lang="es-ES" dirty="0"/>
            </a:br>
            <a:r>
              <a:rPr lang="es-ES" dirty="0"/>
              <a:t>⚙️ El sistema procesará los datos </a:t>
            </a:r>
            <a:r>
              <a:rPr lang="es-ES" b="1" dirty="0"/>
              <a:t>automáticamente</a:t>
            </a:r>
            <a:r>
              <a:rPr lang="es-ES" dirty="0"/>
              <a:t> y realizará el cambio de manera masiva, sin necesidad de hacerlo uno por uno.</a:t>
            </a:r>
          </a:p>
          <a:p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¡Optimiza tu tiempo y mejora la gestión de usuarios fácilmente!</a:t>
            </a:r>
          </a:p>
          <a:p>
            <a:br>
              <a:rPr lang="es-ES" b="1" dirty="0"/>
            </a:br>
            <a:br>
              <a:rPr lang="es-ES" dirty="0"/>
            </a:br>
            <a:endParaRPr lang="es-ES" b="1" dirty="0"/>
          </a:p>
          <a:p>
            <a:br>
              <a:rPr lang="es-ES" b="1" dirty="0"/>
            </a:b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2DAA61F-CF7C-A96D-5153-5F55A0E08B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17" name="Marcador de texto 3">
            <a:extLst>
              <a:ext uri="{FF2B5EF4-FFF2-40B4-BE49-F238E27FC236}">
                <a16:creationId xmlns:a16="http://schemas.microsoft.com/office/drawing/2014/main" id="{C125DFA2-BB6A-B165-912F-C075D14CE1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0978" y="1745320"/>
            <a:ext cx="4595521" cy="997880"/>
          </a:xfrm>
        </p:spPr>
        <p:txBody>
          <a:bodyPr>
            <a:normAutofit/>
          </a:bodyPr>
          <a:lstStyle/>
          <a:p>
            <a:r>
              <a:rPr lang="es-ES" dirty="0"/>
              <a:t>Carga tu archivo Excel y actualiza múltiples usuarios en segundos</a:t>
            </a:r>
            <a:br>
              <a:rPr lang="es-ES" dirty="0"/>
            </a:br>
            <a:endParaRPr lang="es-ES" dirty="0"/>
          </a:p>
        </p:txBody>
      </p:sp>
      <p:pic>
        <p:nvPicPr>
          <p:cNvPr id="15" name="Imagen 1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3500991-AF27-C6D7-0B51-C724B72CC2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33" r="28177"/>
          <a:stretch>
            <a:fillRect/>
          </a:stretch>
        </p:blipFill>
        <p:spPr>
          <a:xfrm>
            <a:off x="5575744" y="1334848"/>
            <a:ext cx="5636542" cy="3792323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549FC21-49A5-39FC-0641-7533E0996E13}"/>
              </a:ext>
            </a:extLst>
          </p:cNvPr>
          <p:cNvSpPr/>
          <p:nvPr/>
        </p:nvSpPr>
        <p:spPr>
          <a:xfrm>
            <a:off x="6531427" y="3633096"/>
            <a:ext cx="4615542" cy="666762"/>
          </a:xfrm>
          <a:prstGeom prst="roundRect">
            <a:avLst>
              <a:gd name="adj" fmla="val 24245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0EF4EB-92D5-5211-EF19-1CAD8786FF03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2475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FC2F-414B-254D-2891-C9B0214F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1E125894-578E-D8CE-5655-CDFBFF6DCC0E}"/>
              </a:ext>
            </a:extLst>
          </p:cNvPr>
          <p:cNvSpPr/>
          <p:nvPr/>
        </p:nvSpPr>
        <p:spPr>
          <a:xfrm>
            <a:off x="5497059" y="187923"/>
            <a:ext cx="6279849" cy="6594009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351726D-4187-8111-76F5-37EDFFAA4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EBEDA2-51E6-554C-A63C-E820F6D0080D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006F1F-FA18-E880-4267-94812043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⚡ Procesamiento Rápido y Notificación Automática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BCD1AB-1D30-D5E7-559C-40F4087C1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977" y="2560867"/>
            <a:ext cx="4727965" cy="3275287"/>
          </a:xfrm>
        </p:spPr>
        <p:txBody>
          <a:bodyPr/>
          <a:lstStyle/>
          <a:p>
            <a:r>
              <a:rPr lang="es-ES" dirty="0"/>
              <a:t>📋 El Gestor de Cuenta recibe un </a:t>
            </a:r>
            <a:r>
              <a:rPr lang="es-ES" b="1" dirty="0"/>
              <a:t>reporte de líneas gestionadas y no gestionadas</a:t>
            </a:r>
            <a:r>
              <a:rPr lang="es-ES" dirty="0"/>
              <a:t>, el archivo Excel adjunto encuentra el detalle.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🔍 Posibles causas de error:</a:t>
            </a:r>
          </a:p>
          <a:p>
            <a:r>
              <a:rPr lang="es-ES" dirty="0"/>
              <a:t>🚫 Número no se encuentra en el RUC</a:t>
            </a:r>
          </a:p>
          <a:p>
            <a:r>
              <a:rPr lang="es-ES" dirty="0"/>
              <a:t>📴 Número en estado </a:t>
            </a:r>
            <a:r>
              <a:rPr lang="es-ES" b="1" dirty="0"/>
              <a:t>prepago</a:t>
            </a:r>
            <a:r>
              <a:rPr lang="es-ES" dirty="0"/>
              <a:t> o </a:t>
            </a:r>
            <a:r>
              <a:rPr lang="es-ES" b="1" dirty="0"/>
              <a:t>cancelado</a:t>
            </a:r>
          </a:p>
          <a:p>
            <a:endParaRPr lang="es-ES" dirty="0"/>
          </a:p>
          <a:p>
            <a:r>
              <a:rPr lang="es-ES" dirty="0"/>
              <a:t>✅ ¡Todo el proceso es </a:t>
            </a:r>
            <a:r>
              <a:rPr lang="es-ES" b="1" dirty="0"/>
              <a:t>automático y rápido</a:t>
            </a:r>
            <a:r>
              <a:rPr lang="es-ES" dirty="0"/>
              <a:t>!</a:t>
            </a:r>
            <a:br>
              <a:rPr lang="es-ES" b="1" dirty="0"/>
            </a:br>
            <a:br>
              <a:rPr lang="es-ES" dirty="0"/>
            </a:br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8B78F62-A77A-CCB5-FD0B-984ED075E7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C" dirty="0"/>
              <a:t>TUTORIAL</a:t>
            </a:r>
          </a:p>
        </p:txBody>
      </p:sp>
      <p:sp>
        <p:nvSpPr>
          <p:cNvPr id="17" name="Marcador de texto 3">
            <a:extLst>
              <a:ext uri="{FF2B5EF4-FFF2-40B4-BE49-F238E27FC236}">
                <a16:creationId xmlns:a16="http://schemas.microsoft.com/office/drawing/2014/main" id="{8EF39BB1-5894-6A38-30AB-A322582DDE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0978" y="1745320"/>
            <a:ext cx="4595521" cy="603600"/>
          </a:xfrm>
        </p:spPr>
        <p:txBody>
          <a:bodyPr>
            <a:normAutofit/>
          </a:bodyPr>
          <a:lstStyle/>
          <a:p>
            <a:r>
              <a:rPr lang="es-ES" dirty="0"/>
              <a:t>La solicitud automática se ejecuta en menos de 1 minuto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4E52013-A919-4F73-1034-B9F984E2F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904" y="1565960"/>
            <a:ext cx="4746612" cy="503722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E7C60C5-142C-03DB-A1B2-CDCB1774F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4312"/>
          <a:stretch>
            <a:fillRect/>
          </a:stretch>
        </p:blipFill>
        <p:spPr>
          <a:xfrm>
            <a:off x="6424904" y="374849"/>
            <a:ext cx="4680000" cy="127053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2EFFDB8-33FC-299F-0AD8-6E7B825C6AF2}"/>
              </a:ext>
            </a:extLst>
          </p:cNvPr>
          <p:cNvSpPr/>
          <p:nvPr/>
        </p:nvSpPr>
        <p:spPr>
          <a:xfrm>
            <a:off x="6424904" y="366676"/>
            <a:ext cx="4746612" cy="6236504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5EDFE2F-260F-BD53-2CD6-0524DCF8BD4B}"/>
              </a:ext>
            </a:extLst>
          </p:cNvPr>
          <p:cNvSpPr/>
          <p:nvPr/>
        </p:nvSpPr>
        <p:spPr>
          <a:xfrm>
            <a:off x="0" y="6030686"/>
            <a:ext cx="4963886" cy="82731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72732627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dices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paradores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ido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ierres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Normativa_de_Seguridad">
  <a:themeElements>
    <a:clrScheme name="Telefonica">
      <a:dk1>
        <a:srgbClr val="586179"/>
      </a:dk1>
      <a:lt1>
        <a:srgbClr val="FFFFFF"/>
      </a:lt1>
      <a:dk2>
        <a:srgbClr val="0066FF"/>
      </a:dk2>
      <a:lt2>
        <a:srgbClr val="F1F4FF"/>
      </a:lt2>
      <a:accent1>
        <a:srgbClr val="6E7893"/>
      </a:accent1>
      <a:accent2>
        <a:srgbClr val="7C877C"/>
      </a:accent2>
      <a:accent3>
        <a:srgbClr val="9D83A3"/>
      </a:accent3>
      <a:accent4>
        <a:srgbClr val="807477"/>
      </a:accent4>
      <a:accent5>
        <a:srgbClr val="E66C64"/>
      </a:accent5>
      <a:accent6>
        <a:srgbClr val="EAC344"/>
      </a:accent6>
      <a:hlink>
        <a:srgbClr val="59C2C9"/>
      </a:hlink>
      <a:folHlink>
        <a:srgbClr val="C366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155631BE6CB847B788FB39D9A56A7C" ma:contentTypeVersion="1" ma:contentTypeDescription="Crear nuevo documento." ma:contentTypeScope="" ma:versionID="51babd68d8c7b33518f4467429678804">
  <xsd:schema xmlns:xsd="http://www.w3.org/2001/XMLSchema" xmlns:xs="http://www.w3.org/2001/XMLSchema" xmlns:p="http://schemas.microsoft.com/office/2006/metadata/properties" xmlns:ns2="3cc0585e-c0f7-4338-8cd1-876c1c57195b" targetNamespace="http://schemas.microsoft.com/office/2006/metadata/properties" ma:root="true" ma:fieldsID="bfbd997b96c39d9c35adf0623cd0feb7" ns2:_="">
    <xsd:import namespace="3cc0585e-c0f7-4338-8cd1-876c1c57195b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585e-c0f7-4338-8cd1-876c1c5719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9A101D-A026-48D5-95D7-5052F3CFE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585e-c0f7-4338-8cd1-876c1c571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B88D1E-88BD-41D9-8C53-E25B924DE57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73F708-218C-4C98-8D71-055423D9F4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65bd4d2-aa7c-445f-9ef8-222ebb1d2b43}" enabled="1" method="Privileged" siteId="{9744600e-3e04-492e-baa1-25ec245c6f1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6309</TotalTime>
  <Words>425</Words>
  <Application>Microsoft Office PowerPoint</Application>
  <PresentationFormat>Panorámica</PresentationFormat>
  <Paragraphs>56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Portadas</vt:lpstr>
      <vt:lpstr>Indices</vt:lpstr>
      <vt:lpstr>Separadores</vt:lpstr>
      <vt:lpstr>Contenido</vt:lpstr>
      <vt:lpstr>Cierres</vt:lpstr>
      <vt:lpstr>Normativa_de_Seguridad</vt:lpstr>
      <vt:lpstr>Portal web Mi Movistar Empresas  Actualización masiva y automática de usuario</vt:lpstr>
      <vt:lpstr>Actualización masiva de usuarios</vt:lpstr>
      <vt:lpstr>Ingreso al Portal web Mi Movistar</vt:lpstr>
      <vt:lpstr>Ingreso al Portal web Mi Movistar  </vt:lpstr>
      <vt:lpstr>Acceso con RUC y credenciales   </vt:lpstr>
      <vt:lpstr>🏢 Acceso a Gestión Posventa  </vt:lpstr>
      <vt:lpstr>📲 Acceso a la Funcionalidad desde Solicitudes  </vt:lpstr>
      <vt:lpstr>🛠️ Paso a Paso para el Cambio de Nombre de Usuario  </vt:lpstr>
      <vt:lpstr>🆕 Cambio Masivo de Nombre de Usuario</vt:lpstr>
      <vt:lpstr>⚡ Procesamiento Rápido y Notificación Automática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Israel Moreno</dc:creator>
  <cp:lastModifiedBy>Rivadeneira Andrade Marco Antonio</cp:lastModifiedBy>
  <cp:revision>216</cp:revision>
  <dcterms:created xsi:type="dcterms:W3CDTF">2021-04-15T10:27:36Z</dcterms:created>
  <dcterms:modified xsi:type="dcterms:W3CDTF">2026-04-06T15:47:34Z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0x01010077155631BE6CB847B788FB39D9A56A7C</vt:lpwstr>
  </property>
  <property fmtid="{D5CDD505-2E9C-101B-9397-08002B2CF9AE}" pid="3" name="MSIP_Label_e65bd4d2-aa7c-445f-9ef8-222ebb1d2b43_Enabled">
    <vt:lpwstr>true</vt:lpwstr>
  </property>
  <property fmtid="{D5CDD505-2E9C-101B-9397-08002B2CF9AE}" pid="4" name="MSIP_Label_e65bd4d2-aa7c-445f-9ef8-222ebb1d2b43_SetDate">
    <vt:lpwstr>2023-05-12T16:01:04Z</vt:lpwstr>
  </property>
  <property fmtid="{D5CDD505-2E9C-101B-9397-08002B2CF9AE}" pid="5" name="MSIP_Label_e65bd4d2-aa7c-445f-9ef8-222ebb1d2b43_Method">
    <vt:lpwstr>Privileged</vt:lpwstr>
  </property>
  <property fmtid="{D5CDD505-2E9C-101B-9397-08002B2CF9AE}" pid="6" name="MSIP_Label_e65bd4d2-aa7c-445f-9ef8-222ebb1d2b43_Name">
    <vt:lpwstr>e65bd4d2-aa7c-445f-9ef8-222ebb1d2b43</vt:lpwstr>
  </property>
  <property fmtid="{D5CDD505-2E9C-101B-9397-08002B2CF9AE}" pid="7" name="MSIP_Label_e65bd4d2-aa7c-445f-9ef8-222ebb1d2b43_SiteId">
    <vt:lpwstr>9744600e-3e04-492e-baa1-25ec245c6f10</vt:lpwstr>
  </property>
  <property fmtid="{D5CDD505-2E9C-101B-9397-08002B2CF9AE}" pid="8" name="MSIP_Label_e65bd4d2-aa7c-445f-9ef8-222ebb1d2b43_ActionId">
    <vt:lpwstr>529ed7ad-f4fb-46d4-9e77-7c577e60647f</vt:lpwstr>
  </property>
  <property fmtid="{D5CDD505-2E9C-101B-9397-08002B2CF9AE}" pid="9" name="MSIP_Label_e65bd4d2-aa7c-445f-9ef8-222ebb1d2b43_ContentBits">
    <vt:lpwstr>2</vt:lpwstr>
  </property>
  <property fmtid="{D5CDD505-2E9C-101B-9397-08002B2CF9AE}" pid="10" name="ClassificationContentMarkingFooterLocations">
    <vt:lpwstr>Portadas:5\Indices:6\Separadores:5\Contenido:6\Cierres:5\Normativa_de_Seguridad:5</vt:lpwstr>
  </property>
  <property fmtid="{D5CDD505-2E9C-101B-9397-08002B2CF9AE}" pid="11" name="ClassificationContentMarkingFooterText">
    <vt:lpwstr>***Este documento está clasificado como PUBLICO por TELEFÓNICA.
***This document is classified as PUBLIC by TELEFÓNICA.</vt:lpwstr>
  </property>
</Properties>
</file>